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71" r:id="rId13"/>
    <p:sldId id="268" r:id="rId14"/>
    <p:sldId id="272" r:id="rId15"/>
    <p:sldId id="269" r:id="rId16"/>
    <p:sldId id="26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7D3331-3C0D-4BE3-A914-6FD936849ECC}" v="377" dt="2026-01-31T20:08:07.071"/>
    <p1510:client id="{8E430A99-7C0A-E6D4-52B4-A6F3B8EFC892}" v="56" dt="2026-01-31T18:04:29.8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eenaaneja25@gmail.com" userId="33e95809df4de8ff" providerId="LiveId" clId="{D30723B4-EFA1-4CA6-9B18-DFCC8C916C7F}"/>
    <pc:docChg chg="undo custSel modSld">
      <pc:chgData name="kareenaaneja25@gmail.com" userId="33e95809df4de8ff" providerId="LiveId" clId="{D30723B4-EFA1-4CA6-9B18-DFCC8C916C7F}" dt="2026-01-27T07:07:27.269" v="12"/>
      <pc:docMkLst>
        <pc:docMk/>
      </pc:docMkLst>
      <pc:sldChg chg="modSp">
        <pc:chgData name="kareenaaneja25@gmail.com" userId="33e95809df4de8ff" providerId="LiveId" clId="{D30723B4-EFA1-4CA6-9B18-DFCC8C916C7F}" dt="2026-01-27T07:07:27.269" v="12"/>
        <pc:sldMkLst>
          <pc:docMk/>
          <pc:sldMk cId="3989601459" sldId="256"/>
        </pc:sldMkLst>
        <pc:spChg chg="mod">
          <ac:chgData name="kareenaaneja25@gmail.com" userId="33e95809df4de8ff" providerId="LiveId" clId="{D30723B4-EFA1-4CA6-9B18-DFCC8C916C7F}" dt="2026-01-27T07:07:27.269" v="12"/>
          <ac:spMkLst>
            <pc:docMk/>
            <pc:sldMk cId="3989601459" sldId="256"/>
            <ac:spMk id="2" creationId="{A61F7ABE-8D01-DDDF-222D-5C81F7480319}"/>
          </ac:spMkLst>
        </pc:spChg>
        <pc:spChg chg="mod">
          <ac:chgData name="kareenaaneja25@gmail.com" userId="33e95809df4de8ff" providerId="LiveId" clId="{D30723B4-EFA1-4CA6-9B18-DFCC8C916C7F}" dt="2026-01-27T07:07:27.269" v="12"/>
          <ac:spMkLst>
            <pc:docMk/>
            <pc:sldMk cId="3989601459" sldId="256"/>
            <ac:spMk id="3" creationId="{B97A31D1-2BD3-593D-14C2-E612C104F70E}"/>
          </ac:spMkLst>
        </pc:spChg>
      </pc:sldChg>
      <pc:sldChg chg="modSp mod">
        <pc:chgData name="kareenaaneja25@gmail.com" userId="33e95809df4de8ff" providerId="LiveId" clId="{D30723B4-EFA1-4CA6-9B18-DFCC8C916C7F}" dt="2026-01-26T13:40:06.747" v="8" actId="14100"/>
        <pc:sldMkLst>
          <pc:docMk/>
          <pc:sldMk cId="4178446341" sldId="257"/>
        </pc:sldMkLst>
        <pc:spChg chg="mod">
          <ac:chgData name="kareenaaneja25@gmail.com" userId="33e95809df4de8ff" providerId="LiveId" clId="{D30723B4-EFA1-4CA6-9B18-DFCC8C916C7F}" dt="2026-01-26T13:39:54.752" v="7" actId="5793"/>
          <ac:spMkLst>
            <pc:docMk/>
            <pc:sldMk cId="4178446341" sldId="257"/>
            <ac:spMk id="4" creationId="{04927196-181F-F186-63A7-DB839D2C6C29}"/>
          </ac:spMkLst>
        </pc:spChg>
      </pc:sldChg>
      <pc:sldChg chg="modSp">
        <pc:chgData name="kareenaaneja25@gmail.com" userId="33e95809df4de8ff" providerId="LiveId" clId="{D30723B4-EFA1-4CA6-9B18-DFCC8C916C7F}" dt="2026-01-27T07:07:27.269" v="12"/>
        <pc:sldMkLst>
          <pc:docMk/>
          <pc:sldMk cId="1817764760" sldId="258"/>
        </pc:sldMkLst>
        <pc:spChg chg="mod">
          <ac:chgData name="kareenaaneja25@gmail.com" userId="33e95809df4de8ff" providerId="LiveId" clId="{D30723B4-EFA1-4CA6-9B18-DFCC8C916C7F}" dt="2026-01-27T07:07:27.269" v="12"/>
          <ac:spMkLst>
            <pc:docMk/>
            <pc:sldMk cId="1817764760" sldId="258"/>
            <ac:spMk id="2" creationId="{139F8A2B-E87C-E21B-BDD1-EBF34918E95E}"/>
          </ac:spMkLst>
        </pc:spChg>
        <pc:spChg chg="mod">
          <ac:chgData name="kareenaaneja25@gmail.com" userId="33e95809df4de8ff" providerId="LiveId" clId="{D30723B4-EFA1-4CA6-9B18-DFCC8C916C7F}" dt="2026-01-27T07:07:27.269" v="12"/>
          <ac:spMkLst>
            <pc:docMk/>
            <pc:sldMk cId="1817764760" sldId="258"/>
            <ac:spMk id="3" creationId="{C4A91650-A8A9-C6B4-B7F3-6A686BF533B5}"/>
          </ac:spMkLst>
        </pc:spChg>
      </pc:sldChg>
    </pc:docChg>
  </pc:docChgLst>
  <pc:docChgLst>
    <pc:chgData name="Guest User" providerId="Windows Live" clId="Web-{8E430A99-7C0A-E6D4-52B4-A6F3B8EFC892}"/>
    <pc:docChg chg="modSld">
      <pc:chgData name="Guest User" userId="" providerId="Windows Live" clId="Web-{8E430A99-7C0A-E6D4-52B4-A6F3B8EFC892}" dt="2026-01-31T18:04:29.895" v="66"/>
      <pc:docMkLst>
        <pc:docMk/>
      </pc:docMkLst>
      <pc:sldChg chg="addSp delSp modSp">
        <pc:chgData name="Guest User" userId="" providerId="Windows Live" clId="Web-{8E430A99-7C0A-E6D4-52B4-A6F3B8EFC892}" dt="2026-01-31T17:55:09.171" v="26" actId="20577"/>
        <pc:sldMkLst>
          <pc:docMk/>
          <pc:sldMk cId="4178446341" sldId="257"/>
        </pc:sldMkLst>
        <pc:spChg chg="del mod">
          <ac:chgData name="Guest User" userId="" providerId="Windows Live" clId="Web-{8E430A99-7C0A-E6D4-52B4-A6F3B8EFC892}" dt="2026-01-31T17:54:41.853" v="16"/>
          <ac:spMkLst>
            <pc:docMk/>
            <pc:sldMk cId="4178446341" sldId="257"/>
            <ac:spMk id="2" creationId="{9EF3636B-7483-2237-CB4C-AF3BD361A1C3}"/>
          </ac:spMkLst>
        </pc:spChg>
        <pc:spChg chg="mod">
          <ac:chgData name="Guest User" userId="" providerId="Windows Live" clId="Web-{8E430A99-7C0A-E6D4-52B4-A6F3B8EFC892}" dt="2026-01-31T17:55:09.171" v="26" actId="20577"/>
          <ac:spMkLst>
            <pc:docMk/>
            <pc:sldMk cId="4178446341" sldId="257"/>
            <ac:spMk id="4" creationId="{04927196-181F-F186-63A7-DB839D2C6C29}"/>
          </ac:spMkLst>
        </pc:spChg>
        <pc:spChg chg="add mod">
          <ac:chgData name="Guest User" userId="" providerId="Windows Live" clId="Web-{8E430A99-7C0A-E6D4-52B4-A6F3B8EFC892}" dt="2026-01-31T17:54:46.931" v="18" actId="20577"/>
          <ac:spMkLst>
            <pc:docMk/>
            <pc:sldMk cId="4178446341" sldId="257"/>
            <ac:spMk id="5" creationId="{66B7C926-F999-BC38-C6C3-79AD50E34EB2}"/>
          </ac:spMkLst>
        </pc:spChg>
      </pc:sldChg>
      <pc:sldChg chg="addSp modSp">
        <pc:chgData name="Guest User" userId="" providerId="Windows Live" clId="Web-{8E430A99-7C0A-E6D4-52B4-A6F3B8EFC892}" dt="2026-01-31T18:00:14.836" v="34" actId="1076"/>
        <pc:sldMkLst>
          <pc:docMk/>
          <pc:sldMk cId="1454606761" sldId="262"/>
        </pc:sldMkLst>
        <pc:spChg chg="mod">
          <ac:chgData name="Guest User" userId="" providerId="Windows Live" clId="Web-{8E430A99-7C0A-E6D4-52B4-A6F3B8EFC892}" dt="2026-01-31T17:59:42.756" v="27" actId="1076"/>
          <ac:spMkLst>
            <pc:docMk/>
            <pc:sldMk cId="1454606761" sldId="262"/>
            <ac:spMk id="5" creationId="{55D7E370-5242-27C1-6D21-4FB01ABD9097}"/>
          </ac:spMkLst>
        </pc:spChg>
        <pc:picChg chg="add mod">
          <ac:chgData name="Guest User" userId="" providerId="Windows Live" clId="Web-{8E430A99-7C0A-E6D4-52B4-A6F3B8EFC892}" dt="2026-01-31T18:00:14.836" v="34" actId="1076"/>
          <ac:picMkLst>
            <pc:docMk/>
            <pc:sldMk cId="1454606761" sldId="262"/>
            <ac:picMk id="3" creationId="{836300B2-A689-546C-6FAA-E07979601AAC}"/>
          </ac:picMkLst>
        </pc:picChg>
      </pc:sldChg>
      <pc:sldChg chg="addSp delSp modSp mod setBg setClrOvrMap">
        <pc:chgData name="Guest User" userId="" providerId="Windows Live" clId="Web-{8E430A99-7C0A-E6D4-52B4-A6F3B8EFC892}" dt="2026-01-31T18:04:29.895" v="66"/>
        <pc:sldMkLst>
          <pc:docMk/>
          <pc:sldMk cId="407267256" sldId="264"/>
        </pc:sldMkLst>
        <pc:spChg chg="mod">
          <ac:chgData name="Guest User" userId="" providerId="Windows Live" clId="Web-{8E430A99-7C0A-E6D4-52B4-A6F3B8EFC892}" dt="2026-01-31T18:03:42.893" v="65"/>
          <ac:spMkLst>
            <pc:docMk/>
            <pc:sldMk cId="407267256" sldId="264"/>
            <ac:spMk id="2" creationId="{F2EA62D8-B78B-DECD-CFAF-313E33FF37D0}"/>
          </ac:spMkLst>
        </pc:spChg>
        <pc:spChg chg="add del mod">
          <ac:chgData name="Guest User" userId="" providerId="Windows Live" clId="Web-{8E430A99-7C0A-E6D4-52B4-A6F3B8EFC892}" dt="2026-01-31T18:03:42.893" v="65"/>
          <ac:spMkLst>
            <pc:docMk/>
            <pc:sldMk cId="407267256" sldId="264"/>
            <ac:spMk id="3" creationId="{5EB5ED6A-CD5E-206A-86F8-9775766062C0}"/>
          </ac:spMkLst>
        </pc:spChg>
        <pc:spChg chg="add del">
          <ac:chgData name="Guest User" userId="" providerId="Windows Live" clId="Web-{8E430A99-7C0A-E6D4-52B4-A6F3B8EFC892}" dt="2026-01-31T18:02:52.782" v="42"/>
          <ac:spMkLst>
            <pc:docMk/>
            <pc:sldMk cId="407267256" sldId="264"/>
            <ac:spMk id="7" creationId="{5DB23C2B-2054-4D8B-9E98-9190F8E05EAD}"/>
          </ac:spMkLst>
        </pc:spChg>
        <pc:spChg chg="add del">
          <ac:chgData name="Guest User" userId="" providerId="Windows Live" clId="Web-{8E430A99-7C0A-E6D4-52B4-A6F3B8EFC892}" dt="2026-01-31T18:02:41.844" v="36"/>
          <ac:spMkLst>
            <pc:docMk/>
            <pc:sldMk cId="407267256" sldId="264"/>
            <ac:spMk id="8" creationId="{29DC5A77-10C9-4ECF-B7EB-8D917F36A9EE}"/>
          </ac:spMkLst>
        </pc:spChg>
        <pc:spChg chg="add del">
          <ac:chgData name="Guest User" userId="" providerId="Windows Live" clId="Web-{8E430A99-7C0A-E6D4-52B4-A6F3B8EFC892}" dt="2026-01-31T18:02:52.782" v="42"/>
          <ac:spMkLst>
            <pc:docMk/>
            <pc:sldMk cId="407267256" sldId="264"/>
            <ac:spMk id="9" creationId="{8797B5BC-9873-45F9-97D6-298FB5AF08FF}"/>
          </ac:spMkLst>
        </pc:spChg>
        <pc:spChg chg="add del">
          <ac:chgData name="Guest User" userId="" providerId="Windows Live" clId="Web-{8E430A99-7C0A-E6D4-52B4-A6F3B8EFC892}" dt="2026-01-31T18:02:41.844" v="36"/>
          <ac:spMkLst>
            <pc:docMk/>
            <pc:sldMk cId="407267256" sldId="264"/>
            <ac:spMk id="10" creationId="{2FFE28B5-FB16-49A9-B851-3C35FAC0CACB}"/>
          </ac:spMkLst>
        </pc:spChg>
        <pc:spChg chg="add del">
          <ac:chgData name="Guest User" userId="" providerId="Windows Live" clId="Web-{8E430A99-7C0A-E6D4-52B4-A6F3B8EFC892}" dt="2026-01-31T18:02:52.782" v="42"/>
          <ac:spMkLst>
            <pc:docMk/>
            <pc:sldMk cId="407267256" sldId="264"/>
            <ac:spMk id="11" creationId="{5EB5ED6A-CD5E-206A-86F8-9775766062C0}"/>
          </ac:spMkLst>
        </pc:spChg>
        <pc:spChg chg="add del">
          <ac:chgData name="Guest User" userId="" providerId="Windows Live" clId="Web-{8E430A99-7C0A-E6D4-52B4-A6F3B8EFC892}" dt="2026-01-31T18:02:41.844" v="36"/>
          <ac:spMkLst>
            <pc:docMk/>
            <pc:sldMk cId="407267256" sldId="264"/>
            <ac:spMk id="12" creationId="{01014442-855A-4E0F-8D09-C314661A48B9}"/>
          </ac:spMkLst>
        </pc:spChg>
        <pc:spChg chg="add del">
          <ac:chgData name="Guest User" userId="" providerId="Windows Live" clId="Web-{8E430A99-7C0A-E6D4-52B4-A6F3B8EFC892}" dt="2026-01-31T18:02:52.782" v="42"/>
          <ac:spMkLst>
            <pc:docMk/>
            <pc:sldMk cId="407267256" sldId="264"/>
            <ac:spMk id="13" creationId="{665C2FCD-09A4-4B4B-AA73-F330DFE91799}"/>
          </ac:spMkLst>
        </pc:spChg>
        <pc:spChg chg="add del">
          <ac:chgData name="Guest User" userId="" providerId="Windows Live" clId="Web-{8E430A99-7C0A-E6D4-52B4-A6F3B8EFC892}" dt="2026-01-31T18:02:41.844" v="36"/>
          <ac:spMkLst>
            <pc:docMk/>
            <pc:sldMk cId="407267256" sldId="264"/>
            <ac:spMk id="14" creationId="{9B1ABF09-86CF-414E-88A5-2B84CC7232A9}"/>
          </ac:spMkLst>
        </pc:spChg>
        <pc:spChg chg="add del">
          <ac:chgData name="Guest User" userId="" providerId="Windows Live" clId="Web-{8E430A99-7C0A-E6D4-52B4-A6F3B8EFC892}" dt="2026-01-31T18:02:41.844" v="36"/>
          <ac:spMkLst>
            <pc:docMk/>
            <pc:sldMk cId="407267256" sldId="264"/>
            <ac:spMk id="16" creationId="{3FE91770-CDBB-4D24-94E5-AD484F36CE87}"/>
          </ac:spMkLst>
        </pc:spChg>
        <pc:spChg chg="add del">
          <ac:chgData name="Guest User" userId="" providerId="Windows Live" clId="Web-{8E430A99-7C0A-E6D4-52B4-A6F3B8EFC892}" dt="2026-01-31T18:03:00.360" v="46"/>
          <ac:spMkLst>
            <pc:docMk/>
            <pc:sldMk cId="407267256" sldId="264"/>
            <ac:spMk id="17" creationId="{5DB23C2B-2054-4D8B-9E98-9190F8E05EAD}"/>
          </ac:spMkLst>
        </pc:spChg>
        <pc:spChg chg="add del">
          <ac:chgData name="Guest User" userId="" providerId="Windows Live" clId="Web-{8E430A99-7C0A-E6D4-52B4-A6F3B8EFC892}" dt="2026-01-31T18:02:47.422" v="38"/>
          <ac:spMkLst>
            <pc:docMk/>
            <pc:sldMk cId="407267256" sldId="264"/>
            <ac:spMk id="18" creationId="{80516254-1D9F-4F3A-9870-3A3280BE2BFE}"/>
          </ac:spMkLst>
        </pc:spChg>
        <pc:spChg chg="add del">
          <ac:chgData name="Guest User" userId="" providerId="Windows Live" clId="Web-{8E430A99-7C0A-E6D4-52B4-A6F3B8EFC892}" dt="2026-01-31T18:02:47.422" v="38"/>
          <ac:spMkLst>
            <pc:docMk/>
            <pc:sldMk cId="407267256" sldId="264"/>
            <ac:spMk id="19" creationId="{FC14672B-27A5-4CDA-ABAF-5E4CF4B41C23}"/>
          </ac:spMkLst>
        </pc:spChg>
        <pc:spChg chg="add del">
          <ac:chgData name="Guest User" userId="" providerId="Windows Live" clId="Web-{8E430A99-7C0A-E6D4-52B4-A6F3B8EFC892}" dt="2026-01-31T18:02:47.422" v="38"/>
          <ac:spMkLst>
            <pc:docMk/>
            <pc:sldMk cId="407267256" sldId="264"/>
            <ac:spMk id="21" creationId="{9A206779-5C74-4555-94BC-5845C92EC3A8}"/>
          </ac:spMkLst>
        </pc:spChg>
        <pc:spChg chg="add del">
          <ac:chgData name="Guest User" userId="" providerId="Windows Live" clId="Web-{8E430A99-7C0A-E6D4-52B4-A6F3B8EFC892}" dt="2026-01-31T18:03:00.360" v="46"/>
          <ac:spMkLst>
            <pc:docMk/>
            <pc:sldMk cId="407267256" sldId="264"/>
            <ac:spMk id="22" creationId="{8797B5BC-9873-45F9-97D6-298FB5AF08FF}"/>
          </ac:spMkLst>
        </pc:spChg>
        <pc:spChg chg="add del">
          <ac:chgData name="Guest User" userId="" providerId="Windows Live" clId="Web-{8E430A99-7C0A-E6D4-52B4-A6F3B8EFC892}" dt="2026-01-31T18:03:00.360" v="46"/>
          <ac:spMkLst>
            <pc:docMk/>
            <pc:sldMk cId="407267256" sldId="264"/>
            <ac:spMk id="23" creationId="{5EB5ED6A-CD5E-206A-86F8-9775766062C0}"/>
          </ac:spMkLst>
        </pc:spChg>
        <pc:spChg chg="add del">
          <ac:chgData name="Guest User" userId="" providerId="Windows Live" clId="Web-{8E430A99-7C0A-E6D4-52B4-A6F3B8EFC892}" dt="2026-01-31T18:03:00.360" v="46"/>
          <ac:spMkLst>
            <pc:docMk/>
            <pc:sldMk cId="407267256" sldId="264"/>
            <ac:spMk id="24" creationId="{665C2FCD-09A4-4B4B-AA73-F330DFE91799}"/>
          </ac:spMkLst>
        </pc:spChg>
        <pc:spChg chg="add del">
          <ac:chgData name="Guest User" userId="" providerId="Windows Live" clId="Web-{8E430A99-7C0A-E6D4-52B4-A6F3B8EFC892}" dt="2026-01-31T18:03:31.408" v="58"/>
          <ac:spMkLst>
            <pc:docMk/>
            <pc:sldMk cId="407267256" sldId="264"/>
            <ac:spMk id="37" creationId="{5A133C1E-CB83-47F3-8F35-94C2A7C58EE2}"/>
          </ac:spMkLst>
        </pc:spChg>
        <pc:spChg chg="add del">
          <ac:chgData name="Guest User" userId="" providerId="Windows Live" clId="Web-{8E430A99-7C0A-E6D4-52B4-A6F3B8EFC892}" dt="2026-01-31T18:03:31.408" v="58"/>
          <ac:spMkLst>
            <pc:docMk/>
            <pc:sldMk cId="407267256" sldId="264"/>
            <ac:spMk id="38" creationId="{5EB5ED6A-CD5E-206A-86F8-9775766062C0}"/>
          </ac:spMkLst>
        </pc:spChg>
        <pc:spChg chg="add del">
          <ac:chgData name="Guest User" userId="" providerId="Windows Live" clId="Web-{8E430A99-7C0A-E6D4-52B4-A6F3B8EFC892}" dt="2026-01-31T18:03:31.408" v="58"/>
          <ac:spMkLst>
            <pc:docMk/>
            <pc:sldMk cId="407267256" sldId="264"/>
            <ac:spMk id="39" creationId="{289E943A-225D-44B1-B345-D7FDBA43C1CE}"/>
          </ac:spMkLst>
        </pc:spChg>
        <pc:spChg chg="add del">
          <ac:chgData name="Guest User" userId="" providerId="Windows Live" clId="Web-{8E430A99-7C0A-E6D4-52B4-A6F3B8EFC892}" dt="2026-01-31T18:03:33.189" v="60"/>
          <ac:spMkLst>
            <pc:docMk/>
            <pc:sldMk cId="407267256" sldId="264"/>
            <ac:spMk id="41" creationId="{29DC5A77-10C9-4ECF-B7EB-8D917F36A9EE}"/>
          </ac:spMkLst>
        </pc:spChg>
        <pc:spChg chg="add del">
          <ac:chgData name="Guest User" userId="" providerId="Windows Live" clId="Web-{8E430A99-7C0A-E6D4-52B4-A6F3B8EFC892}" dt="2026-01-31T18:03:33.189" v="60"/>
          <ac:spMkLst>
            <pc:docMk/>
            <pc:sldMk cId="407267256" sldId="264"/>
            <ac:spMk id="42" creationId="{2FFE28B5-FB16-49A9-B851-3C35FAC0CACB}"/>
          </ac:spMkLst>
        </pc:spChg>
        <pc:spChg chg="add del">
          <ac:chgData name="Guest User" userId="" providerId="Windows Live" clId="Web-{8E430A99-7C0A-E6D4-52B4-A6F3B8EFC892}" dt="2026-01-31T18:03:33.189" v="60"/>
          <ac:spMkLst>
            <pc:docMk/>
            <pc:sldMk cId="407267256" sldId="264"/>
            <ac:spMk id="43" creationId="{01014442-855A-4E0F-8D09-C314661A48B9}"/>
          </ac:spMkLst>
        </pc:spChg>
        <pc:spChg chg="add del">
          <ac:chgData name="Guest User" userId="" providerId="Windows Live" clId="Web-{8E430A99-7C0A-E6D4-52B4-A6F3B8EFC892}" dt="2026-01-31T18:03:33.189" v="60"/>
          <ac:spMkLst>
            <pc:docMk/>
            <pc:sldMk cId="407267256" sldId="264"/>
            <ac:spMk id="44" creationId="{9B1ABF09-86CF-414E-88A5-2B84CC7232A9}"/>
          </ac:spMkLst>
        </pc:spChg>
        <pc:spChg chg="add del">
          <ac:chgData name="Guest User" userId="" providerId="Windows Live" clId="Web-{8E430A99-7C0A-E6D4-52B4-A6F3B8EFC892}" dt="2026-01-31T18:03:33.189" v="60"/>
          <ac:spMkLst>
            <pc:docMk/>
            <pc:sldMk cId="407267256" sldId="264"/>
            <ac:spMk id="45" creationId="{3FE91770-CDBB-4D24-94E5-AD484F36CE87}"/>
          </ac:spMkLst>
        </pc:spChg>
        <pc:spChg chg="add del">
          <ac:chgData name="Guest User" userId="" providerId="Windows Live" clId="Web-{8E430A99-7C0A-E6D4-52B4-A6F3B8EFC892}" dt="2026-01-31T18:03:33.189" v="60"/>
          <ac:spMkLst>
            <pc:docMk/>
            <pc:sldMk cId="407267256" sldId="264"/>
            <ac:spMk id="46" creationId="{5EB5ED6A-CD5E-206A-86F8-9775766062C0}"/>
          </ac:spMkLst>
        </pc:spChg>
        <pc:spChg chg="add del">
          <ac:chgData name="Guest User" userId="" providerId="Windows Live" clId="Web-{8E430A99-7C0A-E6D4-52B4-A6F3B8EFC892}" dt="2026-01-31T18:03:34.736" v="62"/>
          <ac:spMkLst>
            <pc:docMk/>
            <pc:sldMk cId="407267256" sldId="264"/>
            <ac:spMk id="48" creationId="{80516254-1D9F-4F3A-9870-3A3280BE2BFE}"/>
          </ac:spMkLst>
        </pc:spChg>
        <pc:spChg chg="add del">
          <ac:chgData name="Guest User" userId="" providerId="Windows Live" clId="Web-{8E430A99-7C0A-E6D4-52B4-A6F3B8EFC892}" dt="2026-01-31T18:03:34.736" v="62"/>
          <ac:spMkLst>
            <pc:docMk/>
            <pc:sldMk cId="407267256" sldId="264"/>
            <ac:spMk id="49" creationId="{FC14672B-27A5-4CDA-ABAF-5E4CF4B41C23}"/>
          </ac:spMkLst>
        </pc:spChg>
        <pc:spChg chg="add del">
          <ac:chgData name="Guest User" userId="" providerId="Windows Live" clId="Web-{8E430A99-7C0A-E6D4-52B4-A6F3B8EFC892}" dt="2026-01-31T18:03:34.736" v="62"/>
          <ac:spMkLst>
            <pc:docMk/>
            <pc:sldMk cId="407267256" sldId="264"/>
            <ac:spMk id="51" creationId="{5EB5ED6A-CD5E-206A-86F8-9775766062C0}"/>
          </ac:spMkLst>
        </pc:spChg>
        <pc:spChg chg="add del">
          <ac:chgData name="Guest User" userId="" providerId="Windows Live" clId="Web-{8E430A99-7C0A-E6D4-52B4-A6F3B8EFC892}" dt="2026-01-31T18:03:34.736" v="62"/>
          <ac:spMkLst>
            <pc:docMk/>
            <pc:sldMk cId="407267256" sldId="264"/>
            <ac:spMk id="52" creationId="{9A206779-5C74-4555-94BC-5845C92EC3A8}"/>
          </ac:spMkLst>
        </pc:spChg>
        <pc:spChg chg="add del">
          <ac:chgData name="Guest User" userId="" providerId="Windows Live" clId="Web-{8E430A99-7C0A-E6D4-52B4-A6F3B8EFC892}" dt="2026-01-31T18:03:42.877" v="64"/>
          <ac:spMkLst>
            <pc:docMk/>
            <pc:sldMk cId="407267256" sldId="264"/>
            <ac:spMk id="54" creationId="{29DC5A77-10C9-4ECF-B7EB-8D917F36A9EE}"/>
          </ac:spMkLst>
        </pc:spChg>
        <pc:spChg chg="add del">
          <ac:chgData name="Guest User" userId="" providerId="Windows Live" clId="Web-{8E430A99-7C0A-E6D4-52B4-A6F3B8EFC892}" dt="2026-01-31T18:03:42.877" v="64"/>
          <ac:spMkLst>
            <pc:docMk/>
            <pc:sldMk cId="407267256" sldId="264"/>
            <ac:spMk id="55" creationId="{2FFE28B5-FB16-49A9-B851-3C35FAC0CACB}"/>
          </ac:spMkLst>
        </pc:spChg>
        <pc:spChg chg="add del">
          <ac:chgData name="Guest User" userId="" providerId="Windows Live" clId="Web-{8E430A99-7C0A-E6D4-52B4-A6F3B8EFC892}" dt="2026-01-31T18:03:42.877" v="64"/>
          <ac:spMkLst>
            <pc:docMk/>
            <pc:sldMk cId="407267256" sldId="264"/>
            <ac:spMk id="56" creationId="{01014442-855A-4E0F-8D09-C314661A48B9}"/>
          </ac:spMkLst>
        </pc:spChg>
        <pc:spChg chg="add del">
          <ac:chgData name="Guest User" userId="" providerId="Windows Live" clId="Web-{8E430A99-7C0A-E6D4-52B4-A6F3B8EFC892}" dt="2026-01-31T18:03:42.877" v="64"/>
          <ac:spMkLst>
            <pc:docMk/>
            <pc:sldMk cId="407267256" sldId="264"/>
            <ac:spMk id="57" creationId="{9B1ABF09-86CF-414E-88A5-2B84CC7232A9}"/>
          </ac:spMkLst>
        </pc:spChg>
        <pc:spChg chg="add del">
          <ac:chgData name="Guest User" userId="" providerId="Windows Live" clId="Web-{8E430A99-7C0A-E6D4-52B4-A6F3B8EFC892}" dt="2026-01-31T18:03:42.877" v="64"/>
          <ac:spMkLst>
            <pc:docMk/>
            <pc:sldMk cId="407267256" sldId="264"/>
            <ac:spMk id="58" creationId="{3FE91770-CDBB-4D24-94E5-AD484F36CE87}"/>
          </ac:spMkLst>
        </pc:spChg>
        <pc:spChg chg="add del">
          <ac:chgData name="Guest User" userId="" providerId="Windows Live" clId="Web-{8E430A99-7C0A-E6D4-52B4-A6F3B8EFC892}" dt="2026-01-31T18:03:42.877" v="64"/>
          <ac:spMkLst>
            <pc:docMk/>
            <pc:sldMk cId="407267256" sldId="264"/>
            <ac:spMk id="59" creationId="{5EB5ED6A-CD5E-206A-86F8-9775766062C0}"/>
          </ac:spMkLst>
        </pc:spChg>
        <pc:graphicFrameChg chg="add del">
          <ac:chgData name="Guest User" userId="" providerId="Windows Live" clId="Web-{8E430A99-7C0A-E6D4-52B4-A6F3B8EFC892}" dt="2026-01-31T18:02:50" v="40"/>
          <ac:graphicFrameMkLst>
            <pc:docMk/>
            <pc:sldMk cId="407267256" sldId="264"/>
            <ac:graphicFrameMk id="5" creationId="{1886AE0C-0F08-D0DA-F200-A448C6114198}"/>
          </ac:graphicFrameMkLst>
        </pc:graphicFrameChg>
        <pc:graphicFrameChg chg="add del">
          <ac:chgData name="Guest User" userId="" providerId="Windows Live" clId="Web-{8E430A99-7C0A-E6D4-52B4-A6F3B8EFC892}" dt="2026-01-31T18:02:55.672" v="44"/>
          <ac:graphicFrameMkLst>
            <pc:docMk/>
            <pc:sldMk cId="407267256" sldId="264"/>
            <ac:graphicFrameMk id="15" creationId="{23412288-61B8-D8C6-3348-D4396922CBE9}"/>
          </ac:graphicFrameMkLst>
        </pc:graphicFrameChg>
        <pc:graphicFrameChg chg="add del">
          <ac:chgData name="Guest User" userId="" providerId="Windows Live" clId="Web-{8E430A99-7C0A-E6D4-52B4-A6F3B8EFC892}" dt="2026-01-31T18:03:02.547" v="48"/>
          <ac:graphicFrameMkLst>
            <pc:docMk/>
            <pc:sldMk cId="407267256" sldId="264"/>
            <ac:graphicFrameMk id="26" creationId="{0DD854F9-243B-F6EE-43E2-25C8E8C19C98}"/>
          </ac:graphicFrameMkLst>
        </pc:graphicFrameChg>
        <pc:graphicFrameChg chg="add del">
          <ac:chgData name="Guest User" userId="" providerId="Windows Live" clId="Web-{8E430A99-7C0A-E6D4-52B4-A6F3B8EFC892}" dt="2026-01-31T18:03:04.704" v="50"/>
          <ac:graphicFrameMkLst>
            <pc:docMk/>
            <pc:sldMk cId="407267256" sldId="264"/>
            <ac:graphicFrameMk id="28" creationId="{76E02C55-9426-8E35-E224-AF89CC0717F8}"/>
          </ac:graphicFrameMkLst>
        </pc:graphicFrameChg>
        <pc:graphicFrameChg chg="add del">
          <ac:chgData name="Guest User" userId="" providerId="Windows Live" clId="Web-{8E430A99-7C0A-E6D4-52B4-A6F3B8EFC892}" dt="2026-01-31T18:03:15.844" v="52"/>
          <ac:graphicFrameMkLst>
            <pc:docMk/>
            <pc:sldMk cId="407267256" sldId="264"/>
            <ac:graphicFrameMk id="30" creationId="{0DD854F9-243B-F6EE-43E2-25C8E8C19C98}"/>
          </ac:graphicFrameMkLst>
        </pc:graphicFrameChg>
        <pc:graphicFrameChg chg="add del">
          <ac:chgData name="Guest User" userId="" providerId="Windows Live" clId="Web-{8E430A99-7C0A-E6D4-52B4-A6F3B8EFC892}" dt="2026-01-31T18:03:22.485" v="54"/>
          <ac:graphicFrameMkLst>
            <pc:docMk/>
            <pc:sldMk cId="407267256" sldId="264"/>
            <ac:graphicFrameMk id="32" creationId="{76E02C55-9426-8E35-E224-AF89CC0717F8}"/>
          </ac:graphicFrameMkLst>
        </pc:graphicFrameChg>
        <pc:graphicFrameChg chg="add del">
          <ac:chgData name="Guest User" userId="" providerId="Windows Live" clId="Web-{8E430A99-7C0A-E6D4-52B4-A6F3B8EFC892}" dt="2026-01-31T18:03:27.407" v="56"/>
          <ac:graphicFrameMkLst>
            <pc:docMk/>
            <pc:sldMk cId="407267256" sldId="264"/>
            <ac:graphicFrameMk id="34" creationId="{911BCE32-810F-7877-3021-881F97E6E09C}"/>
          </ac:graphicFrameMkLst>
        </pc:graphicFrameChg>
        <pc:graphicFrameChg chg="add modGraphic">
          <ac:chgData name="Guest User" userId="" providerId="Windows Live" clId="Web-{8E430A99-7C0A-E6D4-52B4-A6F3B8EFC892}" dt="2026-01-31T18:04:29.895" v="66"/>
          <ac:graphicFrameMkLst>
            <pc:docMk/>
            <pc:sldMk cId="407267256" sldId="264"/>
            <ac:graphicFrameMk id="61" creationId="{23412288-61B8-D8C6-3348-D4396922CBE9}"/>
          </ac:graphicFrameMkLst>
        </pc:graphicFrameChg>
        <pc:picChg chg="add del">
          <ac:chgData name="Guest User" userId="" providerId="Windows Live" clId="Web-{8E430A99-7C0A-E6D4-52B4-A6F3B8EFC892}" dt="2026-01-31T18:03:31.408" v="58"/>
          <ac:picMkLst>
            <pc:docMk/>
            <pc:sldMk cId="407267256" sldId="264"/>
            <ac:picMk id="36" creationId="{2F81E314-E558-CE55-7049-BAE43A6733F4}"/>
          </ac:picMkLst>
        </pc:picChg>
        <pc:cxnChg chg="add del">
          <ac:chgData name="Guest User" userId="" providerId="Windows Live" clId="Web-{8E430A99-7C0A-E6D4-52B4-A6F3B8EFC892}" dt="2026-01-31T18:02:47.422" v="38"/>
          <ac:cxnSpMkLst>
            <pc:docMk/>
            <pc:sldMk cId="407267256" sldId="264"/>
            <ac:cxnSpMk id="20" creationId="{8D89589C-2C90-4407-A995-05EC3DD7AB14}"/>
          </ac:cxnSpMkLst>
        </pc:cxnChg>
        <pc:cxnChg chg="add del">
          <ac:chgData name="Guest User" userId="" providerId="Windows Live" clId="Web-{8E430A99-7C0A-E6D4-52B4-A6F3B8EFC892}" dt="2026-01-31T18:03:34.736" v="62"/>
          <ac:cxnSpMkLst>
            <pc:docMk/>
            <pc:sldMk cId="407267256" sldId="264"/>
            <ac:cxnSpMk id="50" creationId="{8D89589C-2C90-4407-A995-05EC3DD7AB14}"/>
          </ac:cxnSpMkLst>
        </pc:cxnChg>
      </pc:sldChg>
    </pc:docChg>
  </pc:docChgLst>
  <pc:docChgLst>
    <pc:chgData name="Kareenaaneja25@gmail.com" userId="33e95809df4de8ff" providerId="LiveId" clId="{D30723B4-EFA1-4CA6-9B18-DFCC8C916C7F}"/>
    <pc:docChg chg="undo custSel addSld delSld modSld sldOrd">
      <pc:chgData name="Kareenaaneja25@gmail.com" userId="33e95809df4de8ff" providerId="LiveId" clId="{D30723B4-EFA1-4CA6-9B18-DFCC8C916C7F}" dt="2026-01-31T20:08:07.071" v="569" actId="120"/>
      <pc:docMkLst>
        <pc:docMk/>
      </pc:docMkLst>
      <pc:sldChg chg="addSp modSp mod ord">
        <pc:chgData name="Kareenaaneja25@gmail.com" userId="33e95809df4de8ff" providerId="LiveId" clId="{D30723B4-EFA1-4CA6-9B18-DFCC8C916C7F}" dt="2026-01-31T19:56:46.225" v="438" actId="207"/>
        <pc:sldMkLst>
          <pc:docMk/>
          <pc:sldMk cId="3989601459" sldId="256"/>
        </pc:sldMkLst>
        <pc:spChg chg="mod">
          <ac:chgData name="Kareenaaneja25@gmail.com" userId="33e95809df4de8ff" providerId="LiveId" clId="{D30723B4-EFA1-4CA6-9B18-DFCC8C916C7F}" dt="2026-01-31T19:56:46.225" v="438" actId="207"/>
          <ac:spMkLst>
            <pc:docMk/>
            <pc:sldMk cId="3989601459" sldId="256"/>
            <ac:spMk id="2" creationId="{A61F7ABE-8D01-DDDF-222D-5C81F7480319}"/>
          </ac:spMkLst>
        </pc:spChg>
        <pc:spChg chg="mod">
          <ac:chgData name="Kareenaaneja25@gmail.com" userId="33e95809df4de8ff" providerId="LiveId" clId="{D30723B4-EFA1-4CA6-9B18-DFCC8C916C7F}" dt="2026-01-31T19:56:09.287" v="433" actId="1076"/>
          <ac:spMkLst>
            <pc:docMk/>
            <pc:sldMk cId="3989601459" sldId="256"/>
            <ac:spMk id="3" creationId="{B97A31D1-2BD3-593D-14C2-E612C104F70E}"/>
          </ac:spMkLst>
        </pc:spChg>
        <pc:spChg chg="add mod">
          <ac:chgData name="Kareenaaneja25@gmail.com" userId="33e95809df4de8ff" providerId="LiveId" clId="{D30723B4-EFA1-4CA6-9B18-DFCC8C916C7F}" dt="2026-01-31T19:56:17.078" v="434" actId="1076"/>
          <ac:spMkLst>
            <pc:docMk/>
            <pc:sldMk cId="3989601459" sldId="256"/>
            <ac:spMk id="5" creationId="{BC87FC2B-CABA-062A-C677-8761AA0D44AB}"/>
          </ac:spMkLst>
        </pc:spChg>
      </pc:sldChg>
      <pc:sldChg chg="modSp mod">
        <pc:chgData name="Kareenaaneja25@gmail.com" userId="33e95809df4de8ff" providerId="LiveId" clId="{D30723B4-EFA1-4CA6-9B18-DFCC8C916C7F}" dt="2026-01-31T19:59:38.236" v="479" actId="120"/>
        <pc:sldMkLst>
          <pc:docMk/>
          <pc:sldMk cId="4178446341" sldId="257"/>
        </pc:sldMkLst>
        <pc:spChg chg="mod">
          <ac:chgData name="Kareenaaneja25@gmail.com" userId="33e95809df4de8ff" providerId="LiveId" clId="{D30723B4-EFA1-4CA6-9B18-DFCC8C916C7F}" dt="2026-01-31T15:50:34.831" v="136" actId="113"/>
          <ac:spMkLst>
            <pc:docMk/>
            <pc:sldMk cId="4178446341" sldId="257"/>
            <ac:spMk id="2" creationId="{9EF3636B-7483-2237-CB4C-AF3BD361A1C3}"/>
          </ac:spMkLst>
        </pc:spChg>
        <pc:spChg chg="mod">
          <ac:chgData name="Kareenaaneja25@gmail.com" userId="33e95809df4de8ff" providerId="LiveId" clId="{D30723B4-EFA1-4CA6-9B18-DFCC8C916C7F}" dt="2026-01-31T19:59:38.236" v="479" actId="120"/>
          <ac:spMkLst>
            <pc:docMk/>
            <pc:sldMk cId="4178446341" sldId="257"/>
            <ac:spMk id="4" creationId="{04927196-181F-F186-63A7-DB839D2C6C29}"/>
          </ac:spMkLst>
        </pc:spChg>
        <pc:spChg chg="mod">
          <ac:chgData name="Kareenaaneja25@gmail.com" userId="33e95809df4de8ff" providerId="LiveId" clId="{D30723B4-EFA1-4CA6-9B18-DFCC8C916C7F}" dt="2026-01-31T19:55:14.932" v="424"/>
          <ac:spMkLst>
            <pc:docMk/>
            <pc:sldMk cId="4178446341" sldId="257"/>
            <ac:spMk id="5" creationId="{66B7C926-F999-BC38-C6C3-79AD50E34EB2}"/>
          </ac:spMkLst>
        </pc:spChg>
      </pc:sldChg>
      <pc:sldChg chg="modSp mod">
        <pc:chgData name="Kareenaaneja25@gmail.com" userId="33e95809df4de8ff" providerId="LiveId" clId="{D30723B4-EFA1-4CA6-9B18-DFCC8C916C7F}" dt="2026-01-31T19:59:20.436" v="476" actId="120"/>
        <pc:sldMkLst>
          <pc:docMk/>
          <pc:sldMk cId="1817764760" sldId="258"/>
        </pc:sldMkLst>
        <pc:spChg chg="mod">
          <ac:chgData name="Kareenaaneja25@gmail.com" userId="33e95809df4de8ff" providerId="LiveId" clId="{D30723B4-EFA1-4CA6-9B18-DFCC8C916C7F}" dt="2026-01-31T19:55:14.932" v="424"/>
          <ac:spMkLst>
            <pc:docMk/>
            <pc:sldMk cId="1817764760" sldId="258"/>
            <ac:spMk id="2" creationId="{139F8A2B-E87C-E21B-BDD1-EBF34918E95E}"/>
          </ac:spMkLst>
        </pc:spChg>
        <pc:spChg chg="mod">
          <ac:chgData name="Kareenaaneja25@gmail.com" userId="33e95809df4de8ff" providerId="LiveId" clId="{D30723B4-EFA1-4CA6-9B18-DFCC8C916C7F}" dt="2026-01-31T19:59:20.436" v="476" actId="120"/>
          <ac:spMkLst>
            <pc:docMk/>
            <pc:sldMk cId="1817764760" sldId="258"/>
            <ac:spMk id="3" creationId="{C4A91650-A8A9-C6B4-B7F3-6A686BF533B5}"/>
          </ac:spMkLst>
        </pc:spChg>
      </pc:sldChg>
      <pc:sldChg chg="addSp delSp modSp new mod ord">
        <pc:chgData name="Kareenaaneja25@gmail.com" userId="33e95809df4de8ff" providerId="LiveId" clId="{D30723B4-EFA1-4CA6-9B18-DFCC8C916C7F}" dt="2026-01-31T20:00:16.826" v="486" actId="120"/>
        <pc:sldMkLst>
          <pc:docMk/>
          <pc:sldMk cId="4006118288" sldId="259"/>
        </pc:sldMkLst>
        <pc:spChg chg="mod">
          <ac:chgData name="Kareenaaneja25@gmail.com" userId="33e95809df4de8ff" providerId="LiveId" clId="{D30723B4-EFA1-4CA6-9B18-DFCC8C916C7F}" dt="2026-01-31T19:55:14.932" v="424"/>
          <ac:spMkLst>
            <pc:docMk/>
            <pc:sldMk cId="4006118288" sldId="259"/>
            <ac:spMk id="2" creationId="{F21472FD-DAEA-7DCD-FA7A-C00E16803326}"/>
          </ac:spMkLst>
        </pc:spChg>
        <pc:spChg chg="del">
          <ac:chgData name="Kareenaaneja25@gmail.com" userId="33e95809df4de8ff" providerId="LiveId" clId="{D30723B4-EFA1-4CA6-9B18-DFCC8C916C7F}" dt="2026-01-31T14:02:56.670" v="9"/>
          <ac:spMkLst>
            <pc:docMk/>
            <pc:sldMk cId="4006118288" sldId="259"/>
            <ac:spMk id="3" creationId="{CED39EA7-246B-5965-A561-AF2107F399FA}"/>
          </ac:spMkLst>
        </pc:spChg>
        <pc:spChg chg="add del mod">
          <ac:chgData name="Kareenaaneja25@gmail.com" userId="33e95809df4de8ff" providerId="LiveId" clId="{D30723B4-EFA1-4CA6-9B18-DFCC8C916C7F}" dt="2026-01-31T16:06:09.742" v="218"/>
          <ac:spMkLst>
            <pc:docMk/>
            <pc:sldMk cId="4006118288" sldId="259"/>
            <ac:spMk id="4" creationId="{C8F2D5D1-8BD1-67D6-5FE5-D3C80FFF4AA7}"/>
          </ac:spMkLst>
        </pc:spChg>
        <pc:spChg chg="add del mod">
          <ac:chgData name="Kareenaaneja25@gmail.com" userId="33e95809df4de8ff" providerId="LiveId" clId="{D30723B4-EFA1-4CA6-9B18-DFCC8C916C7F}" dt="2026-01-31T15:52:00.432" v="147" actId="478"/>
          <ac:spMkLst>
            <pc:docMk/>
            <pc:sldMk cId="4006118288" sldId="259"/>
            <ac:spMk id="5" creationId="{B966484C-AC1B-1D0C-DE56-FE8380BBDD57}"/>
          </ac:spMkLst>
        </pc:spChg>
        <pc:spChg chg="add mod">
          <ac:chgData name="Kareenaaneja25@gmail.com" userId="33e95809df4de8ff" providerId="LiveId" clId="{D30723B4-EFA1-4CA6-9B18-DFCC8C916C7F}" dt="2026-01-31T20:00:16.826" v="486" actId="120"/>
          <ac:spMkLst>
            <pc:docMk/>
            <pc:sldMk cId="4006118288" sldId="259"/>
            <ac:spMk id="6" creationId="{E0B75A7D-C54A-BC4D-DDDB-37534E66212B}"/>
          </ac:spMkLst>
        </pc:spChg>
        <pc:picChg chg="add del mod">
          <ac:chgData name="Kareenaaneja25@gmail.com" userId="33e95809df4de8ff" providerId="LiveId" clId="{D30723B4-EFA1-4CA6-9B18-DFCC8C916C7F}" dt="2026-01-31T17:57:09.372" v="236" actId="21"/>
          <ac:picMkLst>
            <pc:docMk/>
            <pc:sldMk cId="4006118288" sldId="259"/>
            <ac:picMk id="8" creationId="{D383E9DB-DBA5-8DF8-5B09-3C109A33FCF7}"/>
          </ac:picMkLst>
        </pc:picChg>
      </pc:sldChg>
      <pc:sldChg chg="addSp delSp modSp new mod ord">
        <pc:chgData name="Kareenaaneja25@gmail.com" userId="33e95809df4de8ff" providerId="LiveId" clId="{D30723B4-EFA1-4CA6-9B18-DFCC8C916C7F}" dt="2026-01-31T20:00:49.538" v="494" actId="120"/>
        <pc:sldMkLst>
          <pc:docMk/>
          <pc:sldMk cId="2699238717" sldId="260"/>
        </pc:sldMkLst>
        <pc:spChg chg="mod">
          <ac:chgData name="Kareenaaneja25@gmail.com" userId="33e95809df4de8ff" providerId="LiveId" clId="{D30723B4-EFA1-4CA6-9B18-DFCC8C916C7F}" dt="2026-01-31T19:55:14.932" v="424"/>
          <ac:spMkLst>
            <pc:docMk/>
            <pc:sldMk cId="2699238717" sldId="260"/>
            <ac:spMk id="2" creationId="{8E24E02B-CBC9-C206-7937-113281F951DD}"/>
          </ac:spMkLst>
        </pc:spChg>
        <pc:spChg chg="del">
          <ac:chgData name="Kareenaaneja25@gmail.com" userId="33e95809df4de8ff" providerId="LiveId" clId="{D30723B4-EFA1-4CA6-9B18-DFCC8C916C7F}" dt="2026-01-31T14:03:31.950" v="31"/>
          <ac:spMkLst>
            <pc:docMk/>
            <pc:sldMk cId="2699238717" sldId="260"/>
            <ac:spMk id="3" creationId="{EE1BD568-C67C-7055-57A0-333CB83E7B5C}"/>
          </ac:spMkLst>
        </pc:spChg>
        <pc:spChg chg="add del mod">
          <ac:chgData name="Kareenaaneja25@gmail.com" userId="33e95809df4de8ff" providerId="LiveId" clId="{D30723B4-EFA1-4CA6-9B18-DFCC8C916C7F}" dt="2026-01-31T14:03:53.985" v="33"/>
          <ac:spMkLst>
            <pc:docMk/>
            <pc:sldMk cId="2699238717" sldId="260"/>
            <ac:spMk id="5" creationId="{7E2F1F79-D2D8-EA8D-93EE-D21B3C82A942}"/>
          </ac:spMkLst>
        </pc:spChg>
        <pc:spChg chg="add del mod">
          <ac:chgData name="Kareenaaneja25@gmail.com" userId="33e95809df4de8ff" providerId="LiveId" clId="{D30723B4-EFA1-4CA6-9B18-DFCC8C916C7F}" dt="2026-01-31T14:07:43.769" v="44" actId="478"/>
          <ac:spMkLst>
            <pc:docMk/>
            <pc:sldMk cId="2699238717" sldId="260"/>
            <ac:spMk id="6" creationId="{C4BD2A2B-8468-4D73-621B-262F2B3C395B}"/>
          </ac:spMkLst>
        </pc:spChg>
        <pc:spChg chg="add mod">
          <ac:chgData name="Kareenaaneja25@gmail.com" userId="33e95809df4de8ff" providerId="LiveId" clId="{D30723B4-EFA1-4CA6-9B18-DFCC8C916C7F}" dt="2026-01-31T20:00:49.538" v="494" actId="120"/>
          <ac:spMkLst>
            <pc:docMk/>
            <pc:sldMk cId="2699238717" sldId="260"/>
            <ac:spMk id="7" creationId="{E6D1BAB6-B530-F61E-4990-1603394B08B6}"/>
          </ac:spMkLst>
        </pc:spChg>
      </pc:sldChg>
      <pc:sldChg chg="addSp modSp new mod">
        <pc:chgData name="Kareenaaneja25@gmail.com" userId="33e95809df4de8ff" providerId="LiveId" clId="{D30723B4-EFA1-4CA6-9B18-DFCC8C916C7F}" dt="2026-01-31T20:03:46.498" v="516" actId="14100"/>
        <pc:sldMkLst>
          <pc:docMk/>
          <pc:sldMk cId="3225986047" sldId="261"/>
        </pc:sldMkLst>
        <pc:spChg chg="mod">
          <ac:chgData name="Kareenaaneja25@gmail.com" userId="33e95809df4de8ff" providerId="LiveId" clId="{D30723B4-EFA1-4CA6-9B18-DFCC8C916C7F}" dt="2026-01-31T19:55:14.932" v="424"/>
          <ac:spMkLst>
            <pc:docMk/>
            <pc:sldMk cId="3225986047" sldId="261"/>
            <ac:spMk id="2" creationId="{10D99C6D-3B37-2FC6-73C9-F8DC0B495B38}"/>
          </ac:spMkLst>
        </pc:spChg>
        <pc:spChg chg="mod">
          <ac:chgData name="Kareenaaneja25@gmail.com" userId="33e95809df4de8ff" providerId="LiveId" clId="{D30723B4-EFA1-4CA6-9B18-DFCC8C916C7F}" dt="2026-01-31T20:03:46.498" v="516" actId="14100"/>
          <ac:spMkLst>
            <pc:docMk/>
            <pc:sldMk cId="3225986047" sldId="261"/>
            <ac:spMk id="3" creationId="{29DD79E7-80B5-260B-AFFE-3F7D0512C0CC}"/>
          </ac:spMkLst>
        </pc:spChg>
        <pc:picChg chg="add mod">
          <ac:chgData name="Kareenaaneja25@gmail.com" userId="33e95809df4de8ff" providerId="LiveId" clId="{D30723B4-EFA1-4CA6-9B18-DFCC8C916C7F}" dt="2026-01-31T20:01:21.268" v="499" actId="1076"/>
          <ac:picMkLst>
            <pc:docMk/>
            <pc:sldMk cId="3225986047" sldId="261"/>
            <ac:picMk id="8" creationId="{D383E9DB-DBA5-8DF8-5B09-3C109A33FCF7}"/>
          </ac:picMkLst>
        </pc:picChg>
      </pc:sldChg>
      <pc:sldChg chg="addSp delSp modSp new mod">
        <pc:chgData name="Kareenaaneja25@gmail.com" userId="33e95809df4de8ff" providerId="LiveId" clId="{D30723B4-EFA1-4CA6-9B18-DFCC8C916C7F}" dt="2026-01-31T20:03:27.128" v="515" actId="14100"/>
        <pc:sldMkLst>
          <pc:docMk/>
          <pc:sldMk cId="1454606761" sldId="262"/>
        </pc:sldMkLst>
        <pc:spChg chg="mod">
          <ac:chgData name="Kareenaaneja25@gmail.com" userId="33e95809df4de8ff" providerId="LiveId" clId="{D30723B4-EFA1-4CA6-9B18-DFCC8C916C7F}" dt="2026-01-31T19:55:14.932" v="424"/>
          <ac:spMkLst>
            <pc:docMk/>
            <pc:sldMk cId="1454606761" sldId="262"/>
            <ac:spMk id="2" creationId="{2B27C170-6D05-86D6-EA21-B4025FDACAB8}"/>
          </ac:spMkLst>
        </pc:spChg>
        <pc:spChg chg="del mod">
          <ac:chgData name="Kareenaaneja25@gmail.com" userId="33e95809df4de8ff" providerId="LiveId" clId="{D30723B4-EFA1-4CA6-9B18-DFCC8C916C7F}" dt="2026-01-31T15:59:04.984" v="178" actId="478"/>
          <ac:spMkLst>
            <pc:docMk/>
            <pc:sldMk cId="1454606761" sldId="262"/>
            <ac:spMk id="3" creationId="{A64E9CE7-D5D0-C038-8EF3-6A2BC5203399}"/>
          </ac:spMkLst>
        </pc:spChg>
        <pc:spChg chg="add mod">
          <ac:chgData name="Kareenaaneja25@gmail.com" userId="33e95809df4de8ff" providerId="LiveId" clId="{D30723B4-EFA1-4CA6-9B18-DFCC8C916C7F}" dt="2026-01-31T20:03:27.128" v="515" actId="14100"/>
          <ac:spMkLst>
            <pc:docMk/>
            <pc:sldMk cId="1454606761" sldId="262"/>
            <ac:spMk id="5" creationId="{55D7E370-5242-27C1-6D21-4FB01ABD9097}"/>
          </ac:spMkLst>
        </pc:spChg>
        <pc:picChg chg="mod">
          <ac:chgData name="Kareenaaneja25@gmail.com" userId="33e95809df4de8ff" providerId="LiveId" clId="{D30723B4-EFA1-4CA6-9B18-DFCC8C916C7F}" dt="2026-01-31T20:02:02.964" v="505" actId="1076"/>
          <ac:picMkLst>
            <pc:docMk/>
            <pc:sldMk cId="1454606761" sldId="262"/>
            <ac:picMk id="3" creationId="{836300B2-A689-546C-6FAA-E07979601AAC}"/>
          </ac:picMkLst>
        </pc:picChg>
      </pc:sldChg>
      <pc:sldChg chg="addSp delSp modSp new mod">
        <pc:chgData name="Kareenaaneja25@gmail.com" userId="33e95809df4de8ff" providerId="LiveId" clId="{D30723B4-EFA1-4CA6-9B18-DFCC8C916C7F}" dt="2026-01-31T20:03:58.843" v="518" actId="27636"/>
        <pc:sldMkLst>
          <pc:docMk/>
          <pc:sldMk cId="1608839107" sldId="263"/>
        </pc:sldMkLst>
        <pc:spChg chg="mod">
          <ac:chgData name="Kareenaaneja25@gmail.com" userId="33e95809df4de8ff" providerId="LiveId" clId="{D30723B4-EFA1-4CA6-9B18-DFCC8C916C7F}" dt="2026-01-31T19:55:14.932" v="424"/>
          <ac:spMkLst>
            <pc:docMk/>
            <pc:sldMk cId="1608839107" sldId="263"/>
            <ac:spMk id="2" creationId="{B80AB469-8B6F-3CB7-3581-6F44E9E1C9D2}"/>
          </ac:spMkLst>
        </pc:spChg>
        <pc:spChg chg="mod">
          <ac:chgData name="Kareenaaneja25@gmail.com" userId="33e95809df4de8ff" providerId="LiveId" clId="{D30723B4-EFA1-4CA6-9B18-DFCC8C916C7F}" dt="2026-01-31T20:03:58.843" v="518" actId="27636"/>
          <ac:spMkLst>
            <pc:docMk/>
            <pc:sldMk cId="1608839107" sldId="263"/>
            <ac:spMk id="3" creationId="{DCE932C1-38AC-3918-4DBB-3141A33DAB04}"/>
          </ac:spMkLst>
        </pc:spChg>
        <pc:picChg chg="add del mod">
          <ac:chgData name="Kareenaaneja25@gmail.com" userId="33e95809df4de8ff" providerId="LiveId" clId="{D30723B4-EFA1-4CA6-9B18-DFCC8C916C7F}" dt="2026-01-31T18:42:50.297" v="420" actId="478"/>
          <ac:picMkLst>
            <pc:docMk/>
            <pc:sldMk cId="1608839107" sldId="263"/>
            <ac:picMk id="5" creationId="{79899888-D9DF-E278-D812-C9A93F7844B4}"/>
          </ac:picMkLst>
        </pc:picChg>
        <pc:picChg chg="add mod">
          <ac:chgData name="Kareenaaneja25@gmail.com" userId="33e95809df4de8ff" providerId="LiveId" clId="{D30723B4-EFA1-4CA6-9B18-DFCC8C916C7F}" dt="2026-01-31T20:03:04.438" v="514" actId="1076"/>
          <ac:picMkLst>
            <pc:docMk/>
            <pc:sldMk cId="1608839107" sldId="263"/>
            <ac:picMk id="7" creationId="{DA93EDA1-15E9-E78A-058A-EE4CE49DB703}"/>
          </ac:picMkLst>
        </pc:picChg>
      </pc:sldChg>
      <pc:sldChg chg="addSp delSp modSp new mod">
        <pc:chgData name="Kareenaaneja25@gmail.com" userId="33e95809df4de8ff" providerId="LiveId" clId="{D30723B4-EFA1-4CA6-9B18-DFCC8C916C7F}" dt="2026-01-31T20:04:54.835" v="528" actId="14100"/>
        <pc:sldMkLst>
          <pc:docMk/>
          <pc:sldMk cId="407267256" sldId="264"/>
        </pc:sldMkLst>
        <pc:spChg chg="mod">
          <ac:chgData name="Kareenaaneja25@gmail.com" userId="33e95809df4de8ff" providerId="LiveId" clId="{D30723B4-EFA1-4CA6-9B18-DFCC8C916C7F}" dt="2026-01-31T19:55:14.932" v="424"/>
          <ac:spMkLst>
            <pc:docMk/>
            <pc:sldMk cId="407267256" sldId="264"/>
            <ac:spMk id="2" creationId="{F2EA62D8-B78B-DECD-CFAF-313E33FF37D0}"/>
          </ac:spMkLst>
        </pc:spChg>
        <pc:spChg chg="mod">
          <ac:chgData name="Kareenaaneja25@gmail.com" userId="33e95809df4de8ff" providerId="LiveId" clId="{D30723B4-EFA1-4CA6-9B18-DFCC8C916C7F}" dt="2026-01-31T16:01:43.793" v="202" actId="255"/>
          <ac:spMkLst>
            <pc:docMk/>
            <pc:sldMk cId="407267256" sldId="264"/>
            <ac:spMk id="3" creationId="{5EB5ED6A-CD5E-206A-86F8-9775766062C0}"/>
          </ac:spMkLst>
        </pc:spChg>
        <pc:spChg chg="add mod">
          <ac:chgData name="Kareenaaneja25@gmail.com" userId="33e95809df4de8ff" providerId="LiveId" clId="{D30723B4-EFA1-4CA6-9B18-DFCC8C916C7F}" dt="2026-01-31T20:04:35.370" v="525" actId="1076"/>
          <ac:spMkLst>
            <pc:docMk/>
            <pc:sldMk cId="407267256" sldId="264"/>
            <ac:spMk id="4" creationId="{A1917ADD-7F21-5095-AEB3-FDA2AC7A70D1}"/>
          </ac:spMkLst>
        </pc:spChg>
        <pc:graphicFrameChg chg="del mod modGraphic">
          <ac:chgData name="Kareenaaneja25@gmail.com" userId="33e95809df4de8ff" providerId="LiveId" clId="{D30723B4-EFA1-4CA6-9B18-DFCC8C916C7F}" dt="2026-01-31T18:08:24.517" v="266" actId="478"/>
          <ac:graphicFrameMkLst>
            <pc:docMk/>
            <pc:sldMk cId="407267256" sldId="264"/>
            <ac:graphicFrameMk id="61" creationId="{23412288-61B8-D8C6-3348-D4396922CBE9}"/>
          </ac:graphicFrameMkLst>
        </pc:graphicFrameChg>
        <pc:picChg chg="add mod">
          <ac:chgData name="Kareenaaneja25@gmail.com" userId="33e95809df4de8ff" providerId="LiveId" clId="{D30723B4-EFA1-4CA6-9B18-DFCC8C916C7F}" dt="2026-01-31T20:04:54.835" v="528" actId="14100"/>
          <ac:picMkLst>
            <pc:docMk/>
            <pc:sldMk cId="407267256" sldId="264"/>
            <ac:picMk id="6" creationId="{16F1A003-F99B-795C-F52C-C35D1CE378B9}"/>
          </ac:picMkLst>
        </pc:picChg>
      </pc:sldChg>
      <pc:sldChg chg="modSp new mod">
        <pc:chgData name="Kareenaaneja25@gmail.com" userId="33e95809df4de8ff" providerId="LiveId" clId="{D30723B4-EFA1-4CA6-9B18-DFCC8C916C7F}" dt="2026-01-31T20:05:08.144" v="529" actId="1076"/>
        <pc:sldMkLst>
          <pc:docMk/>
          <pc:sldMk cId="2169661070" sldId="265"/>
        </pc:sldMkLst>
        <pc:spChg chg="mod">
          <ac:chgData name="Kareenaaneja25@gmail.com" userId="33e95809df4de8ff" providerId="LiveId" clId="{D30723B4-EFA1-4CA6-9B18-DFCC8C916C7F}" dt="2026-01-31T19:55:14.932" v="424"/>
          <ac:spMkLst>
            <pc:docMk/>
            <pc:sldMk cId="2169661070" sldId="265"/>
            <ac:spMk id="2" creationId="{79A98D56-9EFB-B0CC-663C-989D57653413}"/>
          </ac:spMkLst>
        </pc:spChg>
        <pc:spChg chg="mod">
          <ac:chgData name="Kareenaaneja25@gmail.com" userId="33e95809df4de8ff" providerId="LiveId" clId="{D30723B4-EFA1-4CA6-9B18-DFCC8C916C7F}" dt="2026-01-31T20:05:08.144" v="529" actId="1076"/>
          <ac:spMkLst>
            <pc:docMk/>
            <pc:sldMk cId="2169661070" sldId="265"/>
            <ac:spMk id="3" creationId="{AEB63411-ED6F-0F48-08BB-8C50E421EABA}"/>
          </ac:spMkLst>
        </pc:spChg>
      </pc:sldChg>
      <pc:sldChg chg="new del">
        <pc:chgData name="Kareenaaneja25@gmail.com" userId="33e95809df4de8ff" providerId="LiveId" clId="{D30723B4-EFA1-4CA6-9B18-DFCC8C916C7F}" dt="2026-01-31T14:13:01.276" v="72" actId="2696"/>
        <pc:sldMkLst>
          <pc:docMk/>
          <pc:sldMk cId="898539124" sldId="266"/>
        </pc:sldMkLst>
      </pc:sldChg>
      <pc:sldChg chg="delSp modSp add mod">
        <pc:chgData name="Kareenaaneja25@gmail.com" userId="33e95809df4de8ff" providerId="LiveId" clId="{D30723B4-EFA1-4CA6-9B18-DFCC8C916C7F}" dt="2026-01-31T19:55:14.932" v="424"/>
        <pc:sldMkLst>
          <pc:docMk/>
          <pc:sldMk cId="2818387129" sldId="266"/>
        </pc:sldMkLst>
        <pc:spChg chg="del mod">
          <ac:chgData name="Kareenaaneja25@gmail.com" userId="33e95809df4de8ff" providerId="LiveId" clId="{D30723B4-EFA1-4CA6-9B18-DFCC8C916C7F}" dt="2026-01-31T16:04:02.815" v="213" actId="21"/>
          <ac:spMkLst>
            <pc:docMk/>
            <pc:sldMk cId="2818387129" sldId="266"/>
            <ac:spMk id="2" creationId="{23C9A4E5-420B-37E7-7436-05906764D605}"/>
          </ac:spMkLst>
        </pc:spChg>
        <pc:spChg chg="mod">
          <ac:chgData name="Kareenaaneja25@gmail.com" userId="33e95809df4de8ff" providerId="LiveId" clId="{D30723B4-EFA1-4CA6-9B18-DFCC8C916C7F}" dt="2026-01-31T19:55:14.932" v="424"/>
          <ac:spMkLst>
            <pc:docMk/>
            <pc:sldMk cId="2818387129" sldId="266"/>
            <ac:spMk id="3" creationId="{92D2CF61-F8B3-60C1-7B8B-52D4789563DC}"/>
          </ac:spMkLst>
        </pc:spChg>
      </pc:sldChg>
      <pc:sldChg chg="new del">
        <pc:chgData name="Kareenaaneja25@gmail.com" userId="33e95809df4de8ff" providerId="LiveId" clId="{D30723B4-EFA1-4CA6-9B18-DFCC8C916C7F}" dt="2026-01-31T14:12:57.877" v="71" actId="2696"/>
        <pc:sldMkLst>
          <pc:docMk/>
          <pc:sldMk cId="2958231158" sldId="267"/>
        </pc:sldMkLst>
      </pc:sldChg>
      <pc:sldChg chg="addSp modSp new mod ord">
        <pc:chgData name="Kareenaaneja25@gmail.com" userId="33e95809df4de8ff" providerId="LiveId" clId="{D30723B4-EFA1-4CA6-9B18-DFCC8C916C7F}" dt="2026-01-31T20:06:56.459" v="554" actId="14100"/>
        <pc:sldMkLst>
          <pc:docMk/>
          <pc:sldMk cId="4035854496" sldId="268"/>
        </pc:sldMkLst>
        <pc:spChg chg="mod">
          <ac:chgData name="Kareenaaneja25@gmail.com" userId="33e95809df4de8ff" providerId="LiveId" clId="{D30723B4-EFA1-4CA6-9B18-DFCC8C916C7F}" dt="2026-01-31T19:55:15.167" v="426" actId="27636"/>
          <ac:spMkLst>
            <pc:docMk/>
            <pc:sldMk cId="4035854496" sldId="268"/>
            <ac:spMk id="2" creationId="{880F4EA8-C338-0C49-44A3-5FCBBEAE159B}"/>
          </ac:spMkLst>
        </pc:spChg>
        <pc:spChg chg="mod">
          <ac:chgData name="Kareenaaneja25@gmail.com" userId="33e95809df4de8ff" providerId="LiveId" clId="{D30723B4-EFA1-4CA6-9B18-DFCC8C916C7F}" dt="2026-01-31T20:06:46.269" v="552" actId="14100"/>
          <ac:spMkLst>
            <pc:docMk/>
            <pc:sldMk cId="4035854496" sldId="268"/>
            <ac:spMk id="3" creationId="{E37DCF0A-72ED-70FC-E7F3-2C5DED066DA4}"/>
          </ac:spMkLst>
        </pc:spChg>
        <pc:picChg chg="add mod">
          <ac:chgData name="Kareenaaneja25@gmail.com" userId="33e95809df4de8ff" providerId="LiveId" clId="{D30723B4-EFA1-4CA6-9B18-DFCC8C916C7F}" dt="2026-01-31T20:06:56.459" v="554" actId="14100"/>
          <ac:picMkLst>
            <pc:docMk/>
            <pc:sldMk cId="4035854496" sldId="268"/>
            <ac:picMk id="5" creationId="{1560A8D0-91EE-FDD5-2B31-0CE70CFDC524}"/>
          </ac:picMkLst>
        </pc:picChg>
      </pc:sldChg>
      <pc:sldChg chg="modSp new mod">
        <pc:chgData name="Kareenaaneja25@gmail.com" userId="33e95809df4de8ff" providerId="LiveId" clId="{D30723B4-EFA1-4CA6-9B18-DFCC8C916C7F}" dt="2026-01-31T20:08:07.071" v="569" actId="120"/>
        <pc:sldMkLst>
          <pc:docMk/>
          <pc:sldMk cId="954263830" sldId="269"/>
        </pc:sldMkLst>
        <pc:spChg chg="mod">
          <ac:chgData name="Kareenaaneja25@gmail.com" userId="33e95809df4de8ff" providerId="LiveId" clId="{D30723B4-EFA1-4CA6-9B18-DFCC8C916C7F}" dt="2026-01-31T19:55:14.932" v="424"/>
          <ac:spMkLst>
            <pc:docMk/>
            <pc:sldMk cId="954263830" sldId="269"/>
            <ac:spMk id="2" creationId="{1EC1B281-E7D0-09E3-388C-82371788EBEF}"/>
          </ac:spMkLst>
        </pc:spChg>
        <pc:spChg chg="mod">
          <ac:chgData name="Kareenaaneja25@gmail.com" userId="33e95809df4de8ff" providerId="LiveId" clId="{D30723B4-EFA1-4CA6-9B18-DFCC8C916C7F}" dt="2026-01-31T20:08:07.071" v="569" actId="120"/>
          <ac:spMkLst>
            <pc:docMk/>
            <pc:sldMk cId="954263830" sldId="269"/>
            <ac:spMk id="3" creationId="{95DC2691-E5EF-1711-2C29-E29304E7E849}"/>
          </ac:spMkLst>
        </pc:spChg>
      </pc:sldChg>
      <pc:sldChg chg="addSp modSp new mod">
        <pc:chgData name="Kareenaaneja25@gmail.com" userId="33e95809df4de8ff" providerId="LiveId" clId="{D30723B4-EFA1-4CA6-9B18-DFCC8C916C7F}" dt="2026-01-31T20:05:44.526" v="538" actId="1076"/>
        <pc:sldMkLst>
          <pc:docMk/>
          <pc:sldMk cId="2692729292" sldId="270"/>
        </pc:sldMkLst>
        <pc:spChg chg="mod">
          <ac:chgData name="Kareenaaneja25@gmail.com" userId="33e95809df4de8ff" providerId="LiveId" clId="{D30723B4-EFA1-4CA6-9B18-DFCC8C916C7F}" dt="2026-01-31T19:55:14.932" v="424"/>
          <ac:spMkLst>
            <pc:docMk/>
            <pc:sldMk cId="2692729292" sldId="270"/>
            <ac:spMk id="2" creationId="{6820299D-DB97-BB64-1980-BE6E200347F3}"/>
          </ac:spMkLst>
        </pc:spChg>
        <pc:spChg chg="mod">
          <ac:chgData name="Kareenaaneja25@gmail.com" userId="33e95809df4de8ff" providerId="LiveId" clId="{D30723B4-EFA1-4CA6-9B18-DFCC8C916C7F}" dt="2026-01-31T20:05:36.843" v="537" actId="1076"/>
          <ac:spMkLst>
            <pc:docMk/>
            <pc:sldMk cId="2692729292" sldId="270"/>
            <ac:spMk id="3" creationId="{9592D3C1-73EE-DDCC-ADE7-B294B655E892}"/>
          </ac:spMkLst>
        </pc:spChg>
        <pc:picChg chg="add mod">
          <ac:chgData name="Kareenaaneja25@gmail.com" userId="33e95809df4de8ff" providerId="LiveId" clId="{D30723B4-EFA1-4CA6-9B18-DFCC8C916C7F}" dt="2026-01-31T20:05:44.526" v="538" actId="1076"/>
          <ac:picMkLst>
            <pc:docMk/>
            <pc:sldMk cId="2692729292" sldId="270"/>
            <ac:picMk id="5" creationId="{DF9A02B0-C124-576F-C55E-8946FBDAA3BE}"/>
          </ac:picMkLst>
        </pc:picChg>
      </pc:sldChg>
      <pc:sldChg chg="modSp new del">
        <pc:chgData name="Kareenaaneja25@gmail.com" userId="33e95809df4de8ff" providerId="LiveId" clId="{D30723B4-EFA1-4CA6-9B18-DFCC8C916C7F}" dt="2026-01-31T16:03:49.464" v="211" actId="2696"/>
        <pc:sldMkLst>
          <pc:docMk/>
          <pc:sldMk cId="4205823981" sldId="270"/>
        </pc:sldMkLst>
        <pc:spChg chg="mod">
          <ac:chgData name="Kareenaaneja25@gmail.com" userId="33e95809df4de8ff" providerId="LiveId" clId="{D30723B4-EFA1-4CA6-9B18-DFCC8C916C7F}" dt="2026-01-31T15:48:31.849" v="123"/>
          <ac:spMkLst>
            <pc:docMk/>
            <pc:sldMk cId="4205823981" sldId="270"/>
            <ac:spMk id="2" creationId="{E3767A27-E5F8-D884-08A3-887F257CA1CF}"/>
          </ac:spMkLst>
        </pc:spChg>
        <pc:spChg chg="mod">
          <ac:chgData name="Kareenaaneja25@gmail.com" userId="33e95809df4de8ff" providerId="LiveId" clId="{D30723B4-EFA1-4CA6-9B18-DFCC8C916C7F}" dt="2026-01-31T15:48:31.849" v="123"/>
          <ac:spMkLst>
            <pc:docMk/>
            <pc:sldMk cId="4205823981" sldId="270"/>
            <ac:spMk id="3" creationId="{FC1D5E13-829A-68D4-9D25-737DAEDDE76D}"/>
          </ac:spMkLst>
        </pc:spChg>
      </pc:sldChg>
      <pc:sldChg chg="addSp modSp new mod ord">
        <pc:chgData name="Kareenaaneja25@gmail.com" userId="33e95809df4de8ff" providerId="LiveId" clId="{D30723B4-EFA1-4CA6-9B18-DFCC8C916C7F}" dt="2026-01-31T20:06:14.934" v="545" actId="1076"/>
        <pc:sldMkLst>
          <pc:docMk/>
          <pc:sldMk cId="1245222285" sldId="271"/>
        </pc:sldMkLst>
        <pc:spChg chg="mod">
          <ac:chgData name="Kareenaaneja25@gmail.com" userId="33e95809df4de8ff" providerId="LiveId" clId="{D30723B4-EFA1-4CA6-9B18-DFCC8C916C7F}" dt="2026-01-31T19:55:15.162" v="425" actId="27636"/>
          <ac:spMkLst>
            <pc:docMk/>
            <pc:sldMk cId="1245222285" sldId="271"/>
            <ac:spMk id="2" creationId="{A872BBAD-9D63-2E7D-37D2-8EA5C554D203}"/>
          </ac:spMkLst>
        </pc:spChg>
        <pc:spChg chg="mod">
          <ac:chgData name="Kareenaaneja25@gmail.com" userId="33e95809df4de8ff" providerId="LiveId" clId="{D30723B4-EFA1-4CA6-9B18-DFCC8C916C7F}" dt="2026-01-31T20:06:09.646" v="544" actId="1076"/>
          <ac:spMkLst>
            <pc:docMk/>
            <pc:sldMk cId="1245222285" sldId="271"/>
            <ac:spMk id="3" creationId="{2F643847-E1BC-AEEC-CA06-76445D48F514}"/>
          </ac:spMkLst>
        </pc:spChg>
        <pc:picChg chg="add mod">
          <ac:chgData name="Kareenaaneja25@gmail.com" userId="33e95809df4de8ff" providerId="LiveId" clId="{D30723B4-EFA1-4CA6-9B18-DFCC8C916C7F}" dt="2026-01-31T20:06:14.934" v="545" actId="1076"/>
          <ac:picMkLst>
            <pc:docMk/>
            <pc:sldMk cId="1245222285" sldId="271"/>
            <ac:picMk id="5" creationId="{82CFEE6C-1226-DFA5-EE41-F47E638B46EA}"/>
          </ac:picMkLst>
        </pc:picChg>
      </pc:sldChg>
      <pc:sldChg chg="addSp modSp new mod">
        <pc:chgData name="Kareenaaneja25@gmail.com" userId="33e95809df4de8ff" providerId="LiveId" clId="{D30723B4-EFA1-4CA6-9B18-DFCC8C916C7F}" dt="2026-01-31T20:08:00.804" v="568" actId="1076"/>
        <pc:sldMkLst>
          <pc:docMk/>
          <pc:sldMk cId="2107835800" sldId="272"/>
        </pc:sldMkLst>
        <pc:spChg chg="mod">
          <ac:chgData name="Kareenaaneja25@gmail.com" userId="33e95809df4de8ff" providerId="LiveId" clId="{D30723B4-EFA1-4CA6-9B18-DFCC8C916C7F}" dt="2026-01-31T19:55:15.171" v="427" actId="27636"/>
          <ac:spMkLst>
            <pc:docMk/>
            <pc:sldMk cId="2107835800" sldId="272"/>
            <ac:spMk id="2" creationId="{32DE495F-4F3C-5DCE-A188-8A1DBB0C9DC3}"/>
          </ac:spMkLst>
        </pc:spChg>
        <pc:spChg chg="mod">
          <ac:chgData name="Kareenaaneja25@gmail.com" userId="33e95809df4de8ff" providerId="LiveId" clId="{D30723B4-EFA1-4CA6-9B18-DFCC8C916C7F}" dt="2026-01-31T20:07:30.776" v="560" actId="14100"/>
          <ac:spMkLst>
            <pc:docMk/>
            <pc:sldMk cId="2107835800" sldId="272"/>
            <ac:spMk id="3" creationId="{F304A59C-3C35-9A94-A764-7B83C3ED337C}"/>
          </ac:spMkLst>
        </pc:spChg>
        <pc:picChg chg="add mod">
          <ac:chgData name="Kareenaaneja25@gmail.com" userId="33e95809df4de8ff" providerId="LiveId" clId="{D30723B4-EFA1-4CA6-9B18-DFCC8C916C7F}" dt="2026-01-31T20:08:00.804" v="568" actId="1076"/>
          <ac:picMkLst>
            <pc:docMk/>
            <pc:sldMk cId="2107835800" sldId="272"/>
            <ac:picMk id="5" creationId="{9BB8DDA4-6C10-4D08-BB39-6132C44C74E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FE092F2-FD2C-4B1F-ADB1-DEE91D648648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540138B3-1451-40E2-B922-199CC8442DB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9105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092F2-FD2C-4B1F-ADB1-DEE91D648648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138B3-1451-40E2-B922-199CC8442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4783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092F2-FD2C-4B1F-ADB1-DEE91D648648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138B3-1451-40E2-B922-199CC8442DB4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6949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092F2-FD2C-4B1F-ADB1-DEE91D648648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138B3-1451-40E2-B922-199CC8442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4924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092F2-FD2C-4B1F-ADB1-DEE91D648648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138B3-1451-40E2-B922-199CC8442DB4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4024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092F2-FD2C-4B1F-ADB1-DEE91D648648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138B3-1451-40E2-B922-199CC8442DB4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7637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092F2-FD2C-4B1F-ADB1-DEE91D648648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138B3-1451-40E2-B922-199CC8442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1870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092F2-FD2C-4B1F-ADB1-DEE91D648648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138B3-1451-40E2-B922-199CC8442DB4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7301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092F2-FD2C-4B1F-ADB1-DEE91D648648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138B3-1451-40E2-B922-199CC8442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094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092F2-FD2C-4B1F-ADB1-DEE91D648648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138B3-1451-40E2-B922-199CC8442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78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092F2-FD2C-4B1F-ADB1-DEE91D648648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138B3-1451-40E2-B922-199CC8442DB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76445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092F2-FD2C-4B1F-ADB1-DEE91D648648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138B3-1451-40E2-B922-199CC8442DB4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00542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092F2-FD2C-4B1F-ADB1-DEE91D648648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138B3-1451-40E2-B922-199CC8442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23407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092F2-FD2C-4B1F-ADB1-DEE91D648648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138B3-1451-40E2-B922-199CC8442DB4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44200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092F2-FD2C-4B1F-ADB1-DEE91D648648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138B3-1451-40E2-B922-199CC8442DB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99781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092F2-FD2C-4B1F-ADB1-DEE91D648648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138B3-1451-40E2-B922-199CC8442DB4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92635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092F2-FD2C-4B1F-ADB1-DEE91D648648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138B3-1451-40E2-B922-199CC8442DB4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6757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FE092F2-FD2C-4B1F-ADB1-DEE91D648648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40138B3-1451-40E2-B922-199CC8442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113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5" r:id="rId1"/>
    <p:sldLayoutId id="2147483966" r:id="rId2"/>
    <p:sldLayoutId id="2147483967" r:id="rId3"/>
    <p:sldLayoutId id="2147483968" r:id="rId4"/>
    <p:sldLayoutId id="2147483969" r:id="rId5"/>
    <p:sldLayoutId id="2147483970" r:id="rId6"/>
    <p:sldLayoutId id="2147483971" r:id="rId7"/>
    <p:sldLayoutId id="2147483972" r:id="rId8"/>
    <p:sldLayoutId id="2147483973" r:id="rId9"/>
    <p:sldLayoutId id="2147483974" r:id="rId10"/>
    <p:sldLayoutId id="2147483975" r:id="rId11"/>
    <p:sldLayoutId id="2147483976" r:id="rId12"/>
    <p:sldLayoutId id="2147483977" r:id="rId13"/>
    <p:sldLayoutId id="2147483978" r:id="rId14"/>
    <p:sldLayoutId id="2147483979" r:id="rId15"/>
    <p:sldLayoutId id="2147483980" r:id="rId16"/>
    <p:sldLayoutId id="214748398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F7ABE-8D01-DDDF-222D-5C81F74803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67336" y="2784205"/>
            <a:ext cx="7033549" cy="1054540"/>
          </a:xfrm>
        </p:spPr>
        <p:txBody>
          <a:bodyPr>
            <a:normAutofit/>
          </a:bodyPr>
          <a:lstStyle/>
          <a:p>
            <a:r>
              <a:rPr lang="en-IN" sz="2800" b="1">
                <a:solidFill>
                  <a:schemeClr val="bg1"/>
                </a:solidFill>
                <a:highlight>
                  <a:srgbClr val="000000"/>
                </a:highlight>
              </a:rPr>
              <a:t>Internship Project Report on </a:t>
            </a:r>
            <a:r>
              <a:rPr lang="en-US" sz="2800" b="1">
                <a:solidFill>
                  <a:schemeClr val="bg1"/>
                </a:solidFill>
                <a:highlight>
                  <a:srgbClr val="000000"/>
                </a:highlight>
              </a:rPr>
              <a:t>Exploratory Data Analysis on Real Estate Pricing</a:t>
            </a:r>
            <a:endParaRPr lang="en-IN" sz="2800" b="1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7A31D1-2BD3-593D-14C2-E612C104F7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56121" y="2026478"/>
            <a:ext cx="8055980" cy="1116542"/>
          </a:xfrm>
        </p:spPr>
        <p:txBody>
          <a:bodyPr>
            <a:normAutofit/>
          </a:bodyPr>
          <a:lstStyle/>
          <a:p>
            <a:r>
              <a:rPr lang="en-IN" sz="3600" b="1">
                <a:solidFill>
                  <a:schemeClr val="bg1"/>
                </a:solidFill>
                <a:highlight>
                  <a:srgbClr val="000000"/>
                </a:highlight>
              </a:rPr>
              <a:t>NEXTHIKES IT SOLUTIONS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87FC2B-CABA-062A-C677-8761AA0D44AB}"/>
              </a:ext>
            </a:extLst>
          </p:cNvPr>
          <p:cNvSpPr txBox="1"/>
          <p:nvPr/>
        </p:nvSpPr>
        <p:spPr>
          <a:xfrm>
            <a:off x="9344628" y="576551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/>
              <a:t>Name:-Kareena Aneja</a:t>
            </a:r>
          </a:p>
          <a:p>
            <a:r>
              <a:rPr lang="en-IN" b="1"/>
              <a:t>Role:- Data analyst Intern</a:t>
            </a:r>
          </a:p>
          <a:p>
            <a:r>
              <a:rPr lang="en-IN" b="1"/>
              <a:t>Date:-31</a:t>
            </a:r>
            <a:r>
              <a:rPr lang="en-IN" b="1" baseline="30000"/>
              <a:t>st</a:t>
            </a:r>
            <a:r>
              <a:rPr lang="en-IN" b="1"/>
              <a:t>  Jan,2026</a:t>
            </a:r>
          </a:p>
        </p:txBody>
      </p:sp>
    </p:spTree>
    <p:extLst>
      <p:ext uri="{BB962C8B-B14F-4D97-AF65-F5344CB8AC3E}">
        <p14:creationId xmlns:p14="http://schemas.microsoft.com/office/powerpoint/2010/main" val="3989601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6B7C926-F999-BC38-C6C3-79AD50E34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About the Project</a:t>
            </a:r>
            <a:endParaRPr lang="en-US" b="1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4927196-181F-F186-63A7-DB839D2C6C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76500" y="2856628"/>
            <a:ext cx="723900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1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800">
                <a:ea typeface="+mn-lt"/>
                <a:cs typeface="+mn-lt"/>
              </a:rPr>
              <a:t>House pricing depends on many factors like size, quality, rooms, and amenities.</a:t>
            </a:r>
            <a:br>
              <a:rPr lang="en-US" sz="2800">
                <a:ea typeface="+mn-lt"/>
                <a:cs typeface="+mn-lt"/>
              </a:rPr>
            </a:br>
            <a:r>
              <a:rPr lang="en-US" sz="2800">
                <a:ea typeface="+mn-lt"/>
                <a:cs typeface="+mn-lt"/>
              </a:rPr>
              <a:t> As an intern, my goal was to explore the data and understand which factors affect prices the most.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446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8A2B-E87C-E21B-BDD1-EBF34918E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Objective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91650-A8A9-C6B4-B7F3-6A686BF53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7149" y="2803967"/>
            <a:ext cx="9097702" cy="7141580"/>
          </a:xfrm>
        </p:spPr>
        <p:txBody>
          <a:bodyPr>
            <a:normAutofit/>
          </a:bodyPr>
          <a:lstStyle/>
          <a:p>
            <a:r>
              <a:rPr lang="en-US" sz="2800"/>
              <a:t>To understand how house prices are distributed</a:t>
            </a:r>
          </a:p>
          <a:p>
            <a:r>
              <a:rPr lang="en-US" sz="2800"/>
              <a:t>To find which features affect house prices the most</a:t>
            </a:r>
          </a:p>
          <a:p>
            <a:r>
              <a:rPr lang="en-US" sz="2800"/>
              <a:t>To analyze relationships using data visualizations</a:t>
            </a:r>
          </a:p>
          <a:p>
            <a:endParaRPr lang="en-IN" sz="2800"/>
          </a:p>
        </p:txBody>
      </p:sp>
    </p:spTree>
    <p:extLst>
      <p:ext uri="{BB962C8B-B14F-4D97-AF65-F5344CB8AC3E}">
        <p14:creationId xmlns:p14="http://schemas.microsoft.com/office/powerpoint/2010/main" val="1817764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472FD-DAEA-7DCD-FA7A-C00E16803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Dataset Description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0B75A7D-C54A-BC4D-DDDB-37534E6621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893750" y="2849530"/>
            <a:ext cx="7170231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used: </a:t>
            </a:r>
            <a:r>
              <a:rPr kumimoji="0" lang="en-US" altLang="en-US" sz="2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Ames Housing Dataset</a:t>
            </a:r>
            <a:endParaRPr lang="en-US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contains information about house size, quality, rooms, year built, and price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 variable: </a:t>
            </a:r>
            <a:r>
              <a:rPr kumimoji="0" lang="en-US" altLang="en-US" sz="280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SalePrice</a:t>
            </a:r>
            <a:endParaRPr kumimoji="0" lang="en-US" altLang="en-US" sz="28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6118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4E02B-CBC9-C206-7937-113281F95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Tools and Libraries Used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6D1BAB6-B530-F61E-4990-1603394B0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4110" y="2852255"/>
            <a:ext cx="714378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>
                <a:latin typeface="Arial" panose="020B0604020202020204" pitchFamily="34" charset="0"/>
              </a:rPr>
              <a:t>Python for data analysis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 for data handling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Matplotlib and Seaborn for visualization</a:t>
            </a:r>
          </a:p>
        </p:txBody>
      </p:sp>
    </p:spTree>
    <p:extLst>
      <p:ext uri="{BB962C8B-B14F-4D97-AF65-F5344CB8AC3E}">
        <p14:creationId xmlns:p14="http://schemas.microsoft.com/office/powerpoint/2010/main" val="2699238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99C6D-3B37-2FC6-73C9-F8DC0B495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Univariate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D79E7-80B5-260B-AFFE-3F7D0512C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546430"/>
            <a:ext cx="5564053" cy="3666044"/>
          </a:xfrm>
        </p:spPr>
        <p:txBody>
          <a:bodyPr>
            <a:normAutofit/>
          </a:bodyPr>
          <a:lstStyle/>
          <a:p>
            <a:r>
              <a:rPr lang="en-US" sz="2800"/>
              <a:t>Univariate analysis was done to study one variable at a time.</a:t>
            </a:r>
            <a:br>
              <a:rPr lang="en-US" sz="2800"/>
            </a:br>
            <a:r>
              <a:rPr lang="en-US" sz="2800"/>
              <a:t>I analyzed </a:t>
            </a:r>
            <a:r>
              <a:rPr lang="en-US" sz="2800" b="1" err="1"/>
              <a:t>SalePrice</a:t>
            </a:r>
            <a:r>
              <a:rPr lang="en-US" sz="2800"/>
              <a:t> to understand how house prices are distributed.</a:t>
            </a:r>
          </a:p>
          <a:p>
            <a:r>
              <a:rPr lang="en-US" sz="2800"/>
              <a:t>Most houses fall in the mid-price range</a:t>
            </a:r>
          </a:p>
          <a:p>
            <a:r>
              <a:rPr lang="en-US" sz="2800"/>
              <a:t>Few houses have very high prices</a:t>
            </a:r>
          </a:p>
          <a:p>
            <a:endParaRPr lang="en-IN" sz="28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83E9DB-DBA5-8DF8-5B09-3C109A33F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2022" y="2777566"/>
            <a:ext cx="4182706" cy="3098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986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7C170-6D05-86D6-EA21-B4025FDAC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Outlier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D7E370-5242-27C1-6D21-4FB01ABD9097}"/>
              </a:ext>
            </a:extLst>
          </p:cNvPr>
          <p:cNvSpPr txBox="1"/>
          <p:nvPr/>
        </p:nvSpPr>
        <p:spPr>
          <a:xfrm>
            <a:off x="1388961" y="2546959"/>
            <a:ext cx="572946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/>
              <a:t>Some houses have very high prices compared to others.</a:t>
            </a:r>
            <a:br>
              <a:rPr lang="en-US" sz="2800"/>
            </a:br>
            <a:r>
              <a:rPr lang="en-US" sz="2800"/>
              <a:t>These values are called </a:t>
            </a:r>
            <a:r>
              <a:rPr lang="en-US" sz="2800" b="1"/>
              <a:t>outliers</a:t>
            </a:r>
            <a:r>
              <a:rPr lang="en-US" sz="2800"/>
              <a:t>.</a:t>
            </a:r>
          </a:p>
          <a:p>
            <a:pPr>
              <a:buNone/>
            </a:pPr>
            <a:endParaRPr lang="en-US" sz="2800"/>
          </a:p>
          <a:p>
            <a:pPr>
              <a:buFont typeface="Arial" panose="020B0604020202020204" pitchFamily="34" charset="0"/>
              <a:buChar char="•"/>
            </a:pPr>
            <a:r>
              <a:rPr lang="en-US" sz="2800"/>
              <a:t>Outliers were identified using boxplots</a:t>
            </a:r>
          </a:p>
          <a:p>
            <a:endParaRPr lang="en-US" sz="2800"/>
          </a:p>
          <a:p>
            <a:pPr>
              <a:buFont typeface="Arial" panose="020B0604020202020204" pitchFamily="34" charset="0"/>
              <a:buChar char="•"/>
            </a:pPr>
            <a:r>
              <a:rPr lang="en-US" sz="2800"/>
              <a:t>They were handled carefully to avoid losing important data</a:t>
            </a:r>
          </a:p>
        </p:txBody>
      </p:sp>
      <p:pic>
        <p:nvPicPr>
          <p:cNvPr id="3" name="Picture 2" descr="A graph with a red line&#10;&#10;AI-generated content may be incorrect.">
            <a:extLst>
              <a:ext uri="{FF2B5EF4-FFF2-40B4-BE49-F238E27FC236}">
                <a16:creationId xmlns:a16="http://schemas.microsoft.com/office/drawing/2014/main" id="{836300B2-A689-546C-6FAA-E07979601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6106" y="2546959"/>
            <a:ext cx="3351028" cy="3396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606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AB469-8B6F-3CB7-3581-6F44E9E1C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Bivariate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932C1-38AC-3918-4DBB-3141A33DA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9574" y="2916820"/>
            <a:ext cx="5603109" cy="2407533"/>
          </a:xfrm>
        </p:spPr>
        <p:txBody>
          <a:bodyPr>
            <a:normAutofit fontScale="77500" lnSpcReduction="20000"/>
          </a:bodyPr>
          <a:lstStyle/>
          <a:p>
            <a:r>
              <a:rPr lang="en-US" sz="2800"/>
              <a:t>Bivariate analysis was used to study the </a:t>
            </a:r>
            <a:r>
              <a:rPr lang="en-US" sz="3300"/>
              <a:t>relationship</a:t>
            </a:r>
            <a:r>
              <a:rPr lang="en-US" sz="2800"/>
              <a:t> between house price and one feature at a time.</a:t>
            </a:r>
          </a:p>
          <a:p>
            <a:pPr marL="0" indent="0">
              <a:buNone/>
            </a:pPr>
            <a:r>
              <a:rPr lang="en-US" sz="2800"/>
              <a:t>   Key observations:-</a:t>
            </a:r>
          </a:p>
          <a:p>
            <a:r>
              <a:rPr lang="en-US" sz="2800"/>
              <a:t>Larger houses usually have higher prices</a:t>
            </a:r>
          </a:p>
          <a:p>
            <a:r>
              <a:rPr lang="en-US" sz="2800"/>
              <a:t>Better quality houses are more expensive</a:t>
            </a:r>
          </a:p>
          <a:p>
            <a:endParaRPr lang="en-IN" sz="28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93EDA1-15E9-E78A-058A-EE4CE49DB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049" y="2646179"/>
            <a:ext cx="3579377" cy="335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839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A62D8-B78B-DECD-CFAF-313E33FF3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err="1"/>
              <a:t>MSSubClass</a:t>
            </a:r>
            <a:r>
              <a:rPr lang="en-IN" b="1"/>
              <a:t> Analysis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917ADD-7F21-5095-AEB3-FDA2AC7A7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5642" y="2673751"/>
            <a:ext cx="5370738" cy="4862005"/>
          </a:xfrm>
        </p:spPr>
        <p:txBody>
          <a:bodyPr>
            <a:normAutofit/>
          </a:bodyPr>
          <a:lstStyle/>
          <a:p>
            <a:r>
              <a:rPr lang="en-US" sz="2800"/>
              <a:t>Different house types have different price ranges.</a:t>
            </a:r>
          </a:p>
          <a:p>
            <a:r>
              <a:rPr lang="en-US" sz="2800"/>
              <a:t>Some house types are more costly</a:t>
            </a:r>
          </a:p>
          <a:p>
            <a:r>
              <a:rPr lang="en-US" sz="2800"/>
              <a:t>Some are more affordable</a:t>
            </a:r>
          </a:p>
          <a:p>
            <a:r>
              <a:rPr lang="en-US" sz="2800"/>
              <a:t>House type also impacts pricing</a:t>
            </a:r>
          </a:p>
          <a:p>
            <a:endParaRPr lang="en-IN" sz="28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F1A003-F99B-795C-F52C-C35D1CE37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5161" y="2673751"/>
            <a:ext cx="4701197" cy="3369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67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98D56-9EFB-B0CC-663C-989D57653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Multivariate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63411-ED6F-0F48-08BB-8C50E421E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556932"/>
            <a:ext cx="9601196" cy="3318936"/>
          </a:xfrm>
        </p:spPr>
        <p:txBody>
          <a:bodyPr>
            <a:normAutofit/>
          </a:bodyPr>
          <a:lstStyle/>
          <a:p>
            <a:r>
              <a:rPr lang="en-US" sz="2800"/>
              <a:t>Multivariate analysis was done to study the combined effect of multiple features on house prices.</a:t>
            </a:r>
          </a:p>
          <a:p>
            <a:r>
              <a:rPr lang="en-US" sz="2800"/>
              <a:t>Multiple factors work together to affect price</a:t>
            </a:r>
          </a:p>
          <a:p>
            <a:r>
              <a:rPr lang="en-US" sz="2800"/>
              <a:t>Size, quality, and amenities all matter together</a:t>
            </a:r>
          </a:p>
          <a:p>
            <a:endParaRPr lang="en-IN" sz="2800"/>
          </a:p>
        </p:txBody>
      </p:sp>
    </p:spTree>
    <p:extLst>
      <p:ext uri="{BB962C8B-B14F-4D97-AF65-F5344CB8AC3E}">
        <p14:creationId xmlns:p14="http://schemas.microsoft.com/office/powerpoint/2010/main" val="2169661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0299D-DB97-BB64-1980-BE6E20034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Combined Effect – Size &amp; Quality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2D3C1-73EE-DDCC-ADE7-B294B655E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696900"/>
            <a:ext cx="5422535" cy="4744853"/>
          </a:xfrm>
        </p:spPr>
        <p:txBody>
          <a:bodyPr>
            <a:normAutofit/>
          </a:bodyPr>
          <a:lstStyle/>
          <a:p>
            <a:r>
              <a:rPr lang="en-US" sz="2800"/>
              <a:t>This graph shows size and quality together.</a:t>
            </a:r>
          </a:p>
          <a:p>
            <a:r>
              <a:rPr lang="en-US" sz="2800"/>
              <a:t>For same size houses, better quality means higher price</a:t>
            </a:r>
          </a:p>
          <a:p>
            <a:r>
              <a:rPr lang="en-US" sz="2800"/>
              <a:t>Both features together affect pricing</a:t>
            </a:r>
          </a:p>
          <a:p>
            <a:endParaRPr lang="en-IN" sz="2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9A02B0-C124-576F-C55E-8946FBDAA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7937" y="2696900"/>
            <a:ext cx="4526396" cy="3023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729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2BBAD-9D63-2E7D-37D2-8EA5C554D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/>
              <a:t>Combined Effect – Rooms &amp; Bathrooms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43847-E1BC-AEEC-CA06-76445D48F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569579"/>
            <a:ext cx="5937813" cy="4569867"/>
          </a:xfrm>
        </p:spPr>
        <p:txBody>
          <a:bodyPr>
            <a:normAutofit/>
          </a:bodyPr>
          <a:lstStyle/>
          <a:p>
            <a:r>
              <a:rPr lang="en-US" sz="2800"/>
              <a:t>This graph shows bedrooms and bathrooms together.</a:t>
            </a:r>
          </a:p>
          <a:p>
            <a:r>
              <a:rPr lang="en-US" sz="2800"/>
              <a:t>Houses with more bathrooms are costlier</a:t>
            </a:r>
          </a:p>
          <a:p>
            <a:r>
              <a:rPr lang="en-US" sz="2800"/>
              <a:t>Comfort features increase price</a:t>
            </a:r>
          </a:p>
          <a:p>
            <a:endParaRPr lang="en-IN" sz="2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CFEE6C-1226-DFA5-EE41-F47E638B4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837" y="2569579"/>
            <a:ext cx="4895826" cy="3393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222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F4EA8-C338-0C49-44A3-5FCBBEAE1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/>
              <a:t>Correlation Heatmap (All Numerical Data)</a:t>
            </a:r>
            <a:endParaRPr lang="en-IN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DCF0A-72ED-70FC-E7F3-2C5DED066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581153"/>
            <a:ext cx="5487363" cy="4097439"/>
          </a:xfrm>
        </p:spPr>
        <p:txBody>
          <a:bodyPr>
            <a:normAutofit/>
          </a:bodyPr>
          <a:lstStyle/>
          <a:p>
            <a:r>
              <a:rPr lang="en-US" sz="2800"/>
              <a:t>This heatmap gives a complete and unbiased view.</a:t>
            </a:r>
          </a:p>
          <a:p>
            <a:r>
              <a:rPr lang="en-US" sz="2800"/>
              <a:t>Shows all numerical features together</a:t>
            </a:r>
          </a:p>
          <a:p>
            <a:r>
              <a:rPr lang="en-US" sz="2800"/>
              <a:t>Confirms which features affect price the most</a:t>
            </a:r>
          </a:p>
          <a:p>
            <a:endParaRPr lang="en-IN" sz="2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60A8D0-91EE-FDD5-2B31-0CE70CFDC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067" y="2685327"/>
            <a:ext cx="4469731" cy="2500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8544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E495F-4F3C-5DCE-A188-8A1DBB0C9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/>
              <a:t>Correlation Heatmap (Selected Features)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4A59C-3C35-9A94-A764-7B83C3ED3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657709"/>
            <a:ext cx="4665560" cy="3604195"/>
          </a:xfrm>
        </p:spPr>
        <p:txBody>
          <a:bodyPr>
            <a:normAutofit/>
          </a:bodyPr>
          <a:lstStyle/>
          <a:p>
            <a:r>
              <a:rPr lang="en-US" sz="2800"/>
              <a:t>This heatmap shows how strongly features are related to price.</a:t>
            </a:r>
          </a:p>
          <a:p>
            <a:r>
              <a:rPr lang="en-US" sz="2800"/>
              <a:t>Overall quality and size have strongest correlation</a:t>
            </a:r>
          </a:p>
          <a:p>
            <a:r>
              <a:rPr lang="en-US" sz="2800"/>
              <a:t>Garage and basement also matter</a:t>
            </a:r>
          </a:p>
          <a:p>
            <a:endParaRPr lang="en-IN" sz="2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B8DDA4-6C10-4D08-BB39-6132C44C7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7896" y="2535560"/>
            <a:ext cx="4024515" cy="350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835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1B281-E7D0-09E3-388C-82371788E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C2691-E5EF-1711-2C29-E29304E7E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/>
              <a:t> From this analysis, we conclude that:</a:t>
            </a:r>
          </a:p>
          <a:p>
            <a:r>
              <a:rPr lang="en-US" sz="2800"/>
              <a:t>House prices mainly depend on quality and size</a:t>
            </a:r>
          </a:p>
          <a:p>
            <a:r>
              <a:rPr lang="en-US" sz="2800"/>
              <a:t>Amenities and newer construction also increase price</a:t>
            </a:r>
          </a:p>
          <a:p>
            <a:r>
              <a:rPr lang="en-US" sz="2800"/>
              <a:t>Exploratory Data Analysis helps in making better pricing decisions</a:t>
            </a:r>
          </a:p>
          <a:p>
            <a:endParaRPr lang="en-IN" sz="2800"/>
          </a:p>
        </p:txBody>
      </p:sp>
    </p:spTree>
    <p:extLst>
      <p:ext uri="{BB962C8B-B14F-4D97-AF65-F5344CB8AC3E}">
        <p14:creationId xmlns:p14="http://schemas.microsoft.com/office/powerpoint/2010/main" val="9542638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2CF61-F8B3-60C1-7B8B-52D478956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7200"/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28183871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TM02900743[[fn=Organic]]</Template>
  <Application>Microsoft Office PowerPoint</Application>
  <PresentationFormat>Widescreen</PresentationFormat>
  <Slides>16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Organic</vt:lpstr>
      <vt:lpstr>Internship Project Report on Exploratory Data Analysis on Real Estate Pricing</vt:lpstr>
      <vt:lpstr>About the Project</vt:lpstr>
      <vt:lpstr>Objective of the Project</vt:lpstr>
      <vt:lpstr>Dataset Description</vt:lpstr>
      <vt:lpstr>Tools and Libraries Used</vt:lpstr>
      <vt:lpstr>Univariate Analysis</vt:lpstr>
      <vt:lpstr>Outlier Analysis</vt:lpstr>
      <vt:lpstr>Bivariate Analysis</vt:lpstr>
      <vt:lpstr>MSSubClass Analysis</vt:lpstr>
      <vt:lpstr>Multivariate Analysis</vt:lpstr>
      <vt:lpstr>Combined Effect – Size &amp; Quality</vt:lpstr>
      <vt:lpstr>Combined Effect – Rooms &amp; Bathrooms</vt:lpstr>
      <vt:lpstr>Correlation Heatmap (All Numerical Data)</vt:lpstr>
      <vt:lpstr>Correlation Heatmap (Selected Features)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kareenaaneja25@gmail.com</dc:creator>
  <cp:revision>1</cp:revision>
  <dcterms:created xsi:type="dcterms:W3CDTF">2026-01-26T13:20:17Z</dcterms:created>
  <dcterms:modified xsi:type="dcterms:W3CDTF">2026-01-31T20:08:43Z</dcterms:modified>
</cp:coreProperties>
</file>